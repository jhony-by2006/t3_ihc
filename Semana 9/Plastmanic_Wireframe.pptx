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7" r:id="rId7"/>
    <p:sldId id="258" r:id="rId8"/>
    <p:sldId id="259" r:id="rId9"/>
    <p:sldId id="264" r:id="rId10"/>
    <p:sldId id="268" r:id="rId11"/>
    <p:sldId id="267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FA32A-11A5-2F75-38AD-75E6918FF174}" v="220" dt="2025-11-12T06:18:21.312"/>
    <p1510:client id="{7B4F26D6-7540-68DB-A45C-3C060621067D}" v="222" dt="2025-11-11T18:21:00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riano Sanchez Figueroa" userId="S::n00373960@upn.pe::fe4d3394-606a-4671-a1a2-c3c71c93f531" providerId="AD" clId="Web-{3D95A61D-6460-69CF-4914-EF796BC019B7}"/>
    <pc:docChg chg="modSld">
      <pc:chgData name="Jose Mariano Sanchez Figueroa" userId="S::n00373960@upn.pe::fe4d3394-606a-4671-a1a2-c3c71c93f531" providerId="AD" clId="Web-{3D95A61D-6460-69CF-4914-EF796BC019B7}" dt="2025-10-24T00:31:35.628" v="98" actId="1076"/>
      <pc:docMkLst>
        <pc:docMk/>
      </pc:docMkLst>
      <pc:sldChg chg="addSp modSp">
        <pc:chgData name="Jose Mariano Sanchez Figueroa" userId="S::n00373960@upn.pe::fe4d3394-606a-4671-a1a2-c3c71c93f531" providerId="AD" clId="Web-{3D95A61D-6460-69CF-4914-EF796BC019B7}" dt="2025-10-24T00:28:12.451" v="71" actId="14100"/>
        <pc:sldMkLst>
          <pc:docMk/>
          <pc:sldMk cId="0" sldId="260"/>
        </pc:sldMkLst>
        <pc:spChg chg="add mod">
          <ac:chgData name="Jose Mariano Sanchez Figueroa" userId="S::n00373960@upn.pe::fe4d3394-606a-4671-a1a2-c3c71c93f531" providerId="AD" clId="Web-{3D95A61D-6460-69CF-4914-EF796BC019B7}" dt="2025-10-24T00:26:21.151" v="27" actId="1076"/>
          <ac:spMkLst>
            <pc:docMk/>
            <pc:sldMk cId="0" sldId="260"/>
            <ac:spMk id="2" creationId="{D3A87AB4-752A-F12B-694B-D6796D270757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7:45.919" v="69" actId="1076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3D95A61D-6460-69CF-4914-EF796BC019B7}" dt="2025-10-24T00:27:26.715" v="65" actId="1076"/>
          <ac:spMkLst>
            <pc:docMk/>
            <pc:sldMk cId="0" sldId="260"/>
            <ac:spMk id="13" creationId="{F36CA926-FE0F-AEEC-198B-3C5452D458AA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6:09.025" v="18" actId="1076"/>
          <ac:spMkLst>
            <pc:docMk/>
            <pc:sldMk cId="0" sldId="260"/>
            <ac:spMk id="16" creationId="{EE53FEA0-53BD-11C5-D4F5-9E8F7AE6CF86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8:12.451" v="71" actId="14100"/>
          <ac:spMkLst>
            <pc:docMk/>
            <pc:sldMk cId="0" sldId="260"/>
            <ac:spMk id="17" creationId="{9941BC4E-2651-8035-E097-5C49AB87DCB5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7:22.512" v="62" actId="1076"/>
          <ac:spMkLst>
            <pc:docMk/>
            <pc:sldMk cId="0" sldId="260"/>
            <ac:spMk id="20" creationId="{751132A9-7F46-35B2-D5B2-39D3C8EA2CD6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7:28.778" v="66" actId="1076"/>
          <ac:spMkLst>
            <pc:docMk/>
            <pc:sldMk cId="0" sldId="260"/>
            <ac:spMk id="21" creationId="{E5066693-7F25-00EA-21AC-30D17FE07BF5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7:22.528" v="63" actId="1076"/>
          <ac:spMkLst>
            <pc:docMk/>
            <pc:sldMk cId="0" sldId="260"/>
            <ac:spMk id="22" creationId="{98577042-BB9F-EC19-3EEB-A154767D30E6}"/>
          </ac:spMkLst>
        </pc:spChg>
        <pc:spChg chg="mod">
          <ac:chgData name="Jose Mariano Sanchez Figueroa" userId="S::n00373960@upn.pe::fe4d3394-606a-4671-a1a2-c3c71c93f531" providerId="AD" clId="Web-{3D95A61D-6460-69CF-4914-EF796BC019B7}" dt="2025-10-24T00:27:40.919" v="68" actId="14100"/>
          <ac:spMkLst>
            <pc:docMk/>
            <pc:sldMk cId="0" sldId="260"/>
            <ac:spMk id="23" creationId="{EE94F36D-B1DA-8DB2-CC61-F55428DC1829}"/>
          </ac:spMkLst>
        </pc:spChg>
        <pc:spChg chg="add mod">
          <ac:chgData name="Jose Mariano Sanchez Figueroa" userId="S::n00373960@upn.pe::fe4d3394-606a-4671-a1a2-c3c71c93f531" providerId="AD" clId="Web-{3D95A61D-6460-69CF-4914-EF796BC019B7}" dt="2025-10-24T00:27:06.074" v="60" actId="1076"/>
          <ac:spMkLst>
            <pc:docMk/>
            <pc:sldMk cId="0" sldId="260"/>
            <ac:spMk id="25" creationId="{B3AD081E-0080-3EDF-D54F-FCCA75651739}"/>
          </ac:spMkLst>
        </pc:spChg>
      </pc:sldChg>
      <pc:sldChg chg="modSp">
        <pc:chgData name="Jose Mariano Sanchez Figueroa" userId="S::n00373960@upn.pe::fe4d3394-606a-4671-a1a2-c3c71c93f531" providerId="AD" clId="Web-{3D95A61D-6460-69CF-4914-EF796BC019B7}" dt="2025-10-24T00:30:39.439" v="92" actId="20577"/>
        <pc:sldMkLst>
          <pc:docMk/>
          <pc:sldMk cId="0" sldId="263"/>
        </pc:sldMkLst>
        <pc:spChg chg="mod">
          <ac:chgData name="Jose Mariano Sanchez Figueroa" userId="S::n00373960@upn.pe::fe4d3394-606a-4671-a1a2-c3c71c93f531" providerId="AD" clId="Web-{3D95A61D-6460-69CF-4914-EF796BC019B7}" dt="2025-10-24T00:30:39.439" v="92" actId="20577"/>
          <ac:spMkLst>
            <pc:docMk/>
            <pc:sldMk cId="0" sldId="263"/>
            <ac:spMk id="9" creationId="{22D67D4D-F12D-52FB-83C8-430AE760D4AE}"/>
          </ac:spMkLst>
        </pc:spChg>
      </pc:sldChg>
      <pc:sldChg chg="modSp">
        <pc:chgData name="Jose Mariano Sanchez Figueroa" userId="S::n00373960@upn.pe::fe4d3394-606a-4671-a1a2-c3c71c93f531" providerId="AD" clId="Web-{3D95A61D-6460-69CF-4914-EF796BC019B7}" dt="2025-10-24T00:31:08.830" v="97" actId="20577"/>
        <pc:sldMkLst>
          <pc:docMk/>
          <pc:sldMk cId="0" sldId="264"/>
        </pc:sldMkLst>
        <pc:spChg chg="mod">
          <ac:chgData name="Jose Mariano Sanchez Figueroa" userId="S::n00373960@upn.pe::fe4d3394-606a-4671-a1a2-c3c71c93f531" providerId="AD" clId="Web-{3D95A61D-6460-69CF-4914-EF796BC019B7}" dt="2025-10-24T00:31:08.830" v="97" actId="20577"/>
          <ac:spMkLst>
            <pc:docMk/>
            <pc:sldMk cId="0" sldId="264"/>
            <ac:spMk id="42" creationId="{FD4E356A-0AEC-6C92-8FA1-21AC22945FCC}"/>
          </ac:spMkLst>
        </pc:spChg>
      </pc:sldChg>
      <pc:sldChg chg="modSp">
        <pc:chgData name="Jose Mariano Sanchez Figueroa" userId="S::n00373960@upn.pe::fe4d3394-606a-4671-a1a2-c3c71c93f531" providerId="AD" clId="Web-{3D95A61D-6460-69CF-4914-EF796BC019B7}" dt="2025-10-24T00:31:35.628" v="98" actId="1076"/>
        <pc:sldMkLst>
          <pc:docMk/>
          <pc:sldMk cId="0" sldId="266"/>
        </pc:sldMkLst>
      </pc:sldChg>
    </pc:docChg>
  </pc:docChgLst>
  <pc:docChgLst>
    <pc:chgData name="Usuario invitado" userId="S::urn:spo:tenantanon#a14dc8e4-4d46-4e82-9663-6675ff0295ef::" providerId="AD" clId="Web-{573FF8DE-0856-F188-923C-8BE7C31C6239}"/>
    <pc:docChg chg="modSld">
      <pc:chgData name="Usuario invitado" userId="S::urn:spo:tenantanon#a14dc8e4-4d46-4e82-9663-6675ff0295ef::" providerId="AD" clId="Web-{573FF8DE-0856-F188-923C-8BE7C31C6239}" dt="2025-10-23T22:04:31.917" v="166" actId="1076"/>
      <pc:docMkLst>
        <pc:docMk/>
      </pc:docMkLst>
      <pc:sldChg chg="addSp delSp modSp">
        <pc:chgData name="Usuario invitado" userId="S::urn:spo:tenantanon#a14dc8e4-4d46-4e82-9663-6675ff0295ef::" providerId="AD" clId="Web-{573FF8DE-0856-F188-923C-8BE7C31C6239}" dt="2025-10-23T21:39:26.739" v="164" actId="14100"/>
        <pc:sldMkLst>
          <pc:docMk/>
          <pc:sldMk cId="0" sldId="262"/>
        </pc:sldMkLst>
        <pc:spChg chg="add mod">
          <ac:chgData name="Usuario invitado" userId="S::urn:spo:tenantanon#a14dc8e4-4d46-4e82-9663-6675ff0295ef::" providerId="AD" clId="Web-{573FF8DE-0856-F188-923C-8BE7C31C6239}" dt="2025-10-23T21:33:54.055" v="87" actId="1076"/>
          <ac:spMkLst>
            <pc:docMk/>
            <pc:sldMk cId="0" sldId="262"/>
            <ac:spMk id="2" creationId="{DDD4E57E-A111-C492-4A54-DCEAE7D205A3}"/>
          </ac:spMkLst>
        </pc:spChg>
        <pc:spChg chg="mod">
          <ac:chgData name="Usuario invitado" userId="S::urn:spo:tenantanon#a14dc8e4-4d46-4e82-9663-6675ff0295ef::" providerId="AD" clId="Web-{573FF8DE-0856-F188-923C-8BE7C31C6239}" dt="2025-10-23T21:29:03.653" v="7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Usuario invitado" userId="S::urn:spo:tenantanon#a14dc8e4-4d46-4e82-9663-6675ff0295ef::" providerId="AD" clId="Web-{573FF8DE-0856-F188-923C-8BE7C31C6239}" dt="2025-10-23T21:29:26.326" v="15" actId="14100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2:28.129" v="74" actId="20577"/>
          <ac:spMkLst>
            <pc:docMk/>
            <pc:sldMk cId="0" sldId="262"/>
            <ac:spMk id="12" creationId="{72835966-1AF7-D2EC-ECB7-2D9673802872}"/>
          </ac:spMkLst>
        </pc:spChg>
        <pc:spChg chg="add del mod">
          <ac:chgData name="Usuario invitado" userId="S::urn:spo:tenantanon#a14dc8e4-4d46-4e82-9663-6675ff0295ef::" providerId="AD" clId="Web-{573FF8DE-0856-F188-923C-8BE7C31C6239}" dt="2025-10-23T21:34:10.949" v="97" actId="1076"/>
          <ac:spMkLst>
            <pc:docMk/>
            <pc:sldMk cId="0" sldId="262"/>
            <ac:spMk id="13" creationId="{C8CEA08E-492A-2F84-171E-C789CED1174C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4:01.635" v="92" actId="20577"/>
          <ac:spMkLst>
            <pc:docMk/>
            <pc:sldMk cId="0" sldId="262"/>
            <ac:spMk id="14" creationId="{C2F0E72D-959E-35D1-EA8F-63B69832B8CF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7:38.260" v="138" actId="1076"/>
          <ac:spMkLst>
            <pc:docMk/>
            <pc:sldMk cId="0" sldId="262"/>
            <ac:spMk id="16" creationId="{2C23421C-79D2-F5F5-9F47-B9574C142C0A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7:35.135" v="137" actId="1076"/>
          <ac:spMkLst>
            <pc:docMk/>
            <pc:sldMk cId="0" sldId="262"/>
            <ac:spMk id="17" creationId="{50A7AFB5-2B54-054E-558C-6F8995D6C3A1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7:32.806" v="136" actId="1076"/>
          <ac:spMkLst>
            <pc:docMk/>
            <pc:sldMk cId="0" sldId="262"/>
            <ac:spMk id="18" creationId="{3D391433-C6DD-FEEE-AA85-256082D5FCDD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7:29.119" v="135" actId="1076"/>
          <ac:spMkLst>
            <pc:docMk/>
            <pc:sldMk cId="0" sldId="262"/>
            <ac:spMk id="19" creationId="{947107FF-F244-0C90-6B6D-60FCF22CE5F0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7:24.290" v="134" actId="1076"/>
          <ac:spMkLst>
            <pc:docMk/>
            <pc:sldMk cId="0" sldId="262"/>
            <ac:spMk id="20" creationId="{4B011558-4454-D832-936D-10F2BB5F5BDE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8:48.032" v="148" actId="20577"/>
          <ac:spMkLst>
            <pc:docMk/>
            <pc:sldMk cId="0" sldId="262"/>
            <ac:spMk id="22" creationId="{F9BE0FE4-422D-BA9C-B944-BDC0912DB199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9:05.549" v="155" actId="14100"/>
          <ac:spMkLst>
            <pc:docMk/>
            <pc:sldMk cId="0" sldId="262"/>
            <ac:spMk id="23" creationId="{41D03A10-32BB-CE73-463C-A0D4DEB2393B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9:03.143" v="154" actId="14100"/>
          <ac:spMkLst>
            <pc:docMk/>
            <pc:sldMk cId="0" sldId="262"/>
            <ac:spMk id="24" creationId="{862CD143-9643-35A9-C8CD-CD56304D4F3B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9:11.909" v="158" actId="14100"/>
          <ac:spMkLst>
            <pc:docMk/>
            <pc:sldMk cId="0" sldId="262"/>
            <ac:spMk id="25" creationId="{65AD9E5F-2AE3-35F3-1E31-ACA123895B8F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9:20.566" v="161" actId="14100"/>
          <ac:spMkLst>
            <pc:docMk/>
            <pc:sldMk cId="0" sldId="262"/>
            <ac:spMk id="26" creationId="{C61621AC-6391-0775-2949-894478890459}"/>
          </ac:spMkLst>
        </pc:spChg>
        <pc:spChg chg="add mod">
          <ac:chgData name="Usuario invitado" userId="S::urn:spo:tenantanon#a14dc8e4-4d46-4e82-9663-6675ff0295ef::" providerId="AD" clId="Web-{573FF8DE-0856-F188-923C-8BE7C31C6239}" dt="2025-10-23T21:39:26.739" v="164" actId="14100"/>
          <ac:spMkLst>
            <pc:docMk/>
            <pc:sldMk cId="0" sldId="262"/>
            <ac:spMk id="27" creationId="{B759ABB7-C7AA-1AA0-DCEC-4C0DE482AE76}"/>
          </ac:spMkLst>
        </pc:spChg>
      </pc:sldChg>
      <pc:sldChg chg="modSp">
        <pc:chgData name="Usuario invitado" userId="S::urn:spo:tenantanon#a14dc8e4-4d46-4e82-9663-6675ff0295ef::" providerId="AD" clId="Web-{573FF8DE-0856-F188-923C-8BE7C31C6239}" dt="2025-10-23T22:04:31.917" v="166" actId="1076"/>
        <pc:sldMkLst>
          <pc:docMk/>
          <pc:sldMk cId="0" sldId="263"/>
        </pc:sldMkLst>
        <pc:spChg chg="mod">
          <ac:chgData name="Usuario invitado" userId="S::urn:spo:tenantanon#a14dc8e4-4d46-4e82-9663-6675ff0295ef::" providerId="AD" clId="Web-{573FF8DE-0856-F188-923C-8BE7C31C6239}" dt="2025-10-23T22:04:31.917" v="166" actId="1076"/>
          <ac:spMkLst>
            <pc:docMk/>
            <pc:sldMk cId="0" sldId="263"/>
            <ac:spMk id="12" creationId="{F8267259-B06E-F414-BF47-5148B8FB67B5}"/>
          </ac:spMkLst>
        </pc:spChg>
      </pc:sldChg>
    </pc:docChg>
  </pc:docChgLst>
  <pc:docChgLst>
    <pc:chgData name="Jose Mariano Sanchez Figueroa" userId="S::n00373960@upn.pe::fe4d3394-606a-4671-a1a2-c3c71c93f531" providerId="AD" clId="Web-{5C73115C-5631-50CC-65BA-7E80A702D97C}"/>
    <pc:docChg chg="addSld delSld modSld">
      <pc:chgData name="Jose Mariano Sanchez Figueroa" userId="S::n00373960@upn.pe::fe4d3394-606a-4671-a1a2-c3c71c93f531" providerId="AD" clId="Web-{5C73115C-5631-50CC-65BA-7E80A702D97C}" dt="2025-10-23T23:04:03.264" v="500"/>
      <pc:docMkLst>
        <pc:docMk/>
      </pc:docMkLst>
      <pc:sldChg chg="addSp delSp modSp add del">
        <pc:chgData name="Jose Mariano Sanchez Figueroa" userId="S::n00373960@upn.pe::fe4d3394-606a-4671-a1a2-c3c71c93f531" providerId="AD" clId="Web-{5C73115C-5631-50CC-65BA-7E80A702D97C}" dt="2025-10-23T23:04:03.264" v="500"/>
        <pc:sldMkLst>
          <pc:docMk/>
          <pc:sldMk cId="0" sldId="258"/>
        </pc:sldMkLst>
        <pc:spChg chg="mod">
          <ac:chgData name="Jose Mariano Sanchez Figueroa" userId="S::n00373960@upn.pe::fe4d3394-606a-4671-a1a2-c3c71c93f531" providerId="AD" clId="Web-{5C73115C-5631-50CC-65BA-7E80A702D97C}" dt="2025-10-23T23:02:48.010" v="444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5C73115C-5631-50CC-65BA-7E80A702D97C}" dt="2025-10-23T22:56:43.959" v="247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5C73115C-5631-50CC-65BA-7E80A702D97C}" dt="2025-10-23T23:00:18.047" v="367" actId="14100"/>
          <ac:spMkLst>
            <pc:docMk/>
            <pc:sldMk cId="0" sldId="258"/>
            <ac:spMk id="6" creationId="{00000000-0000-0000-0000-000000000000}"/>
          </ac:spMkLst>
        </pc:spChg>
        <pc:spChg chg="add del mod">
          <ac:chgData name="Jose Mariano Sanchez Figueroa" userId="S::n00373960@upn.pe::fe4d3394-606a-4671-a1a2-c3c71c93f531" providerId="AD" clId="Web-{5C73115C-5631-50CC-65BA-7E80A702D97C}" dt="2025-10-23T22:56:56.805" v="26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5C73115C-5631-50CC-65BA-7E80A702D97C}" dt="2025-10-23T22:57:12.761" v="272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5C73115C-5631-50CC-65BA-7E80A702D97C}" dt="2025-10-23T22:57:16.699" v="273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5C73115C-5631-50CC-65BA-7E80A702D97C}" dt="2025-10-23T23:01:33.006" v="395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5C73115C-5631-50CC-65BA-7E80A702D97C}" dt="2025-10-23T23:01:23.958" v="393" actId="1076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0:19.719" v="368" actId="1076"/>
          <ac:spMkLst>
            <pc:docMk/>
            <pc:sldMk cId="0" sldId="258"/>
            <ac:spMk id="12" creationId="{BF074280-E157-5510-090C-F50475F84E6D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2:56:59.040" v="264" actId="1076"/>
          <ac:spMkLst>
            <pc:docMk/>
            <pc:sldMk cId="0" sldId="258"/>
            <ac:spMk id="15" creationId="{DEDDBCFB-6DE4-7B08-F1EF-ECDB06D2B0D3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2:56:51.398" v="259" actId="14100"/>
          <ac:spMkLst>
            <pc:docMk/>
            <pc:sldMk cId="0" sldId="258"/>
            <ac:spMk id="17" creationId="{92C972D8-ABBC-1039-6534-7C6742674E21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2:56:51.398" v="260" actId="14100"/>
          <ac:spMkLst>
            <pc:docMk/>
            <pc:sldMk cId="0" sldId="258"/>
            <ac:spMk id="20" creationId="{5C3E6F02-F509-A80E-8AEA-EECB47DAE0C0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2:56:51.413" v="261" actId="14100"/>
          <ac:spMkLst>
            <pc:docMk/>
            <pc:sldMk cId="0" sldId="258"/>
            <ac:spMk id="21" creationId="{48A56A87-9E50-D424-6D88-DE3B8F732DB3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0:21.594" v="369" actId="14100"/>
          <ac:spMkLst>
            <pc:docMk/>
            <pc:sldMk cId="0" sldId="258"/>
            <ac:spMk id="22" creationId="{2B39A93F-C11C-3AA8-ADCF-279801923CE8}"/>
          </ac:spMkLst>
        </pc:spChg>
        <pc:spChg chg="add del mod">
          <ac:chgData name="Jose Mariano Sanchez Figueroa" userId="S::n00373960@upn.pe::fe4d3394-606a-4671-a1a2-c3c71c93f531" providerId="AD" clId="Web-{5C73115C-5631-50CC-65BA-7E80A702D97C}" dt="2025-10-23T22:59:48.466" v="356" actId="20577"/>
          <ac:spMkLst>
            <pc:docMk/>
            <pc:sldMk cId="0" sldId="258"/>
            <ac:spMk id="23" creationId="{84C40433-49EF-EC19-46AA-0FC0C8F656D5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2:57:58.032" v="310" actId="20577"/>
          <ac:spMkLst>
            <pc:docMk/>
            <pc:sldMk cId="0" sldId="258"/>
            <ac:spMk id="24" creationId="{9B81CC98-2F14-0B6D-FEC1-76153378A57E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2:57:51.125" v="292" actId="20577"/>
          <ac:spMkLst>
            <pc:docMk/>
            <pc:sldMk cId="0" sldId="258"/>
            <ac:spMk id="25" creationId="{646364AC-79F7-F561-C203-8874F26EE267}"/>
          </ac:spMkLst>
        </pc:spChg>
        <pc:spChg chg="add mod ord">
          <ac:chgData name="Jose Mariano Sanchez Figueroa" userId="S::n00373960@upn.pe::fe4d3394-606a-4671-a1a2-c3c71c93f531" providerId="AD" clId="Web-{5C73115C-5631-50CC-65BA-7E80A702D97C}" dt="2025-10-23T23:01:19.630" v="392"/>
          <ac:spMkLst>
            <pc:docMk/>
            <pc:sldMk cId="0" sldId="258"/>
            <ac:spMk id="38" creationId="{97CC68EC-5647-8902-0886-DB7CCFC0B00D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2:09.961" v="435" actId="1076"/>
          <ac:spMkLst>
            <pc:docMk/>
            <pc:sldMk cId="0" sldId="258"/>
            <ac:spMk id="39" creationId="{8A57344E-AA9E-816A-D6EA-228FD723FB22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2:14.962" v="437" actId="1076"/>
          <ac:spMkLst>
            <pc:docMk/>
            <pc:sldMk cId="0" sldId="258"/>
            <ac:spMk id="40" creationId="{3B46F10B-220C-C229-A113-76F6BBFF8D7D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2:18.071" v="439" actId="1076"/>
          <ac:spMkLst>
            <pc:docMk/>
            <pc:sldMk cId="0" sldId="258"/>
            <ac:spMk id="41" creationId="{629C724D-132E-6DF2-8CFB-637CE6E4FE0E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2:21.165" v="441" actId="1076"/>
          <ac:spMkLst>
            <pc:docMk/>
            <pc:sldMk cId="0" sldId="258"/>
            <ac:spMk id="42" creationId="{DFC76ED3-0079-82A8-62D8-D2FC791CD204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4:02.561" v="498" actId="1076"/>
          <ac:spMkLst>
            <pc:docMk/>
            <pc:sldMk cId="0" sldId="258"/>
            <ac:spMk id="50" creationId="{B809DD4E-7EAD-9F63-E975-643AB349E061}"/>
          </ac:spMkLst>
        </pc:spChg>
        <pc:spChg chg="add mod">
          <ac:chgData name="Jose Mariano Sanchez Figueroa" userId="S::n00373960@upn.pe::fe4d3394-606a-4671-a1a2-c3c71c93f531" providerId="AD" clId="Web-{5C73115C-5631-50CC-65BA-7E80A702D97C}" dt="2025-10-23T23:04:02.748" v="499" actId="1076"/>
          <ac:spMkLst>
            <pc:docMk/>
            <pc:sldMk cId="0" sldId="258"/>
            <ac:spMk id="52" creationId="{14653FF3-1EFE-36B8-50E3-95B7A2B44C9B}"/>
          </ac:spMkLst>
        </pc:spChg>
        <pc:spChg chg="add">
          <ac:chgData name="Jose Mariano Sanchez Figueroa" userId="S::n00373960@upn.pe::fe4d3394-606a-4671-a1a2-c3c71c93f531" providerId="AD" clId="Web-{5C73115C-5631-50CC-65BA-7E80A702D97C}" dt="2025-10-23T23:04:03.264" v="500"/>
          <ac:spMkLst>
            <pc:docMk/>
            <pc:sldMk cId="0" sldId="258"/>
            <ac:spMk id="53" creationId="{C796A666-0E30-E2D6-3D6D-3737FD2CD222}"/>
          </ac:spMkLst>
        </pc:spChg>
      </pc:sldChg>
      <pc:sldChg chg="delSp modSp">
        <pc:chgData name="Jose Mariano Sanchez Figueroa" userId="S::n00373960@upn.pe::fe4d3394-606a-4671-a1a2-c3c71c93f531" providerId="AD" clId="Web-{5C73115C-5631-50CC-65BA-7E80A702D97C}" dt="2025-10-23T22:44:36.733" v="7" actId="14100"/>
        <pc:sldMkLst>
          <pc:docMk/>
          <pc:sldMk cId="0" sldId="263"/>
        </pc:sldMkLst>
        <pc:spChg chg="mod">
          <ac:chgData name="Jose Mariano Sanchez Figueroa" userId="S::n00373960@upn.pe::fe4d3394-606a-4671-a1a2-c3c71c93f531" providerId="AD" clId="Web-{5C73115C-5631-50CC-65BA-7E80A702D97C}" dt="2025-10-23T22:44:36.733" v="7" actId="14100"/>
          <ac:spMkLst>
            <pc:docMk/>
            <pc:sldMk cId="0" sldId="263"/>
            <ac:spMk id="14" creationId="{D6CD7D7C-5DBD-2EA8-7CAC-E97710A09C39}"/>
          </ac:spMkLst>
        </pc:spChg>
      </pc:sldChg>
    </pc:docChg>
  </pc:docChgLst>
  <pc:docChgLst>
    <pc:chgData name="Jose Mariano Sanchez Figueroa" userId="S::n00373960@upn.pe::fe4d3394-606a-4671-a1a2-c3c71c93f531" providerId="AD" clId="Web-{9BD6BE77-9F86-1808-B5F3-522968DFB72A}"/>
    <pc:docChg chg="modSld">
      <pc:chgData name="Jose Mariano Sanchez Figueroa" userId="S::n00373960@upn.pe::fe4d3394-606a-4671-a1a2-c3c71c93f531" providerId="AD" clId="Web-{9BD6BE77-9F86-1808-B5F3-522968DFB72A}" dt="2025-10-23T21:33:21.271" v="139" actId="1076"/>
      <pc:docMkLst>
        <pc:docMk/>
      </pc:docMkLst>
      <pc:sldChg chg="addSp delSp modSp">
        <pc:chgData name="Jose Mariano Sanchez Figueroa" userId="S::n00373960@upn.pe::fe4d3394-606a-4671-a1a2-c3c71c93f531" providerId="AD" clId="Web-{9BD6BE77-9F86-1808-B5F3-522968DFB72A}" dt="2025-10-23T21:33:21.271" v="139" actId="1076"/>
        <pc:sldMkLst>
          <pc:docMk/>
          <pc:sldMk cId="0" sldId="264"/>
        </pc:sldMkLst>
        <pc:spChg chg="mod">
          <ac:chgData name="Jose Mariano Sanchez Figueroa" userId="S::n00373960@upn.pe::fe4d3394-606a-4671-a1a2-c3c71c93f531" providerId="AD" clId="Web-{9BD6BE77-9F86-1808-B5F3-522968DFB72A}" dt="2025-10-23T21:26:55.809" v="19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9BD6BE77-9F86-1808-B5F3-522968DFB72A}" dt="2025-10-23T21:27:42.904" v="20" actId="1076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9BD6BE77-9F86-1808-B5F3-522968DFB72A}" dt="2025-10-23T21:32:10.055" v="113" actId="14100"/>
          <ac:spMkLst>
            <pc:docMk/>
            <pc:sldMk cId="0" sldId="264"/>
            <ac:spMk id="10" creationId="{E091D323-20D1-374C-0130-5C3414947A38}"/>
          </ac:spMkLst>
        </pc:spChg>
        <pc:spChg chg="add mod">
          <ac:chgData name="Jose Mariano Sanchez Figueroa" userId="S::n00373960@upn.pe::fe4d3394-606a-4671-a1a2-c3c71c93f531" providerId="AD" clId="Web-{9BD6BE77-9F86-1808-B5F3-522968DFB72A}" dt="2025-10-23T21:32:22.307" v="128" actId="20577"/>
          <ac:spMkLst>
            <pc:docMk/>
            <pc:sldMk cId="0" sldId="264"/>
            <ac:spMk id="11" creationId="{E75298D0-A4AA-295F-5B08-AC97263F5655}"/>
          </ac:spMkLst>
        </pc:spChg>
      </pc:sldChg>
    </pc:docChg>
  </pc:docChgLst>
  <pc:docChgLst>
    <pc:chgData name="Jose Mariano Sanchez Figueroa" userId="S::n00373960@upn.pe::fe4d3394-606a-4671-a1a2-c3c71c93f531" providerId="AD" clId="Web-{7B4F26D6-7540-68DB-A45C-3C060621067D}"/>
    <pc:docChg chg="addSld modSld">
      <pc:chgData name="Jose Mariano Sanchez Figueroa" userId="S::n00373960@upn.pe::fe4d3394-606a-4671-a1a2-c3c71c93f531" providerId="AD" clId="Web-{7B4F26D6-7540-68DB-A45C-3C060621067D}" dt="2025-11-11T18:20:59.477" v="121" actId="20577"/>
      <pc:docMkLst>
        <pc:docMk/>
      </pc:docMkLst>
      <pc:sldChg chg="addSp modSp add replId">
        <pc:chgData name="Jose Mariano Sanchez Figueroa" userId="S::n00373960@upn.pe::fe4d3394-606a-4671-a1a2-c3c71c93f531" providerId="AD" clId="Web-{7B4F26D6-7540-68DB-A45C-3C060621067D}" dt="2025-11-11T18:20:59.477" v="121" actId="20577"/>
        <pc:sldMkLst>
          <pc:docMk/>
          <pc:sldMk cId="1080747900" sldId="269"/>
        </pc:sldMkLst>
        <pc:spChg chg="add mod">
          <ac:chgData name="Jose Mariano Sanchez Figueroa" userId="S::n00373960@upn.pe::fe4d3394-606a-4671-a1a2-c3c71c93f531" providerId="AD" clId="Web-{7B4F26D6-7540-68DB-A45C-3C060621067D}" dt="2025-11-11T18:18:59.507" v="33" actId="1076"/>
          <ac:spMkLst>
            <pc:docMk/>
            <pc:sldMk cId="1080747900" sldId="269"/>
            <ac:spMk id="2" creationId="{D8C1271D-3115-E311-640B-8B2C2AD3DCEC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20:59.477" v="121" actId="20577"/>
          <ac:spMkLst>
            <pc:docMk/>
            <pc:sldMk cId="1080747900" sldId="269"/>
            <ac:spMk id="3" creationId="{818809B4-5741-BCC4-7A1C-9A5487D5425A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20:15.758" v="99" actId="20577"/>
          <ac:spMkLst>
            <pc:docMk/>
            <pc:sldMk cId="1080747900" sldId="269"/>
            <ac:spMk id="4" creationId="{A93BCB03-0F9C-4402-A6C3-3CD8187D75D8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20:21.164" v="104" actId="20577"/>
          <ac:spMkLst>
            <pc:docMk/>
            <pc:sldMk cId="1080747900" sldId="269"/>
            <ac:spMk id="5" creationId="{EC25EC22-7452-F7D2-309D-476555BA5FEE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18:51.350" v="29" actId="14100"/>
          <ac:spMkLst>
            <pc:docMk/>
            <pc:sldMk cId="1080747900" sldId="269"/>
            <ac:spMk id="6" creationId="{32B3F0BF-94B5-148F-CAFA-9BF93FEA0294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18:53.194" v="30" actId="1076"/>
          <ac:spMkLst>
            <pc:docMk/>
            <pc:sldMk cId="1080747900" sldId="269"/>
            <ac:spMk id="7" creationId="{646700EB-47E3-D4C4-243D-58AA374DE1E0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20:25.789" v="113" actId="20577"/>
          <ac:spMkLst>
            <pc:docMk/>
            <pc:sldMk cId="1080747900" sldId="269"/>
            <ac:spMk id="8" creationId="{A2B39572-2209-FC6C-6B0E-2835BA5A6113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19:54.430" v="67" actId="14100"/>
          <ac:spMkLst>
            <pc:docMk/>
            <pc:sldMk cId="1080747900" sldId="269"/>
            <ac:spMk id="9" creationId="{2A63A5D6-5929-D694-5612-41C0C25E9447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19:40.726" v="62" actId="14100"/>
          <ac:spMkLst>
            <pc:docMk/>
            <pc:sldMk cId="1080747900" sldId="269"/>
            <ac:spMk id="10" creationId="{C40836A8-4C02-E83F-32D7-1C345866CE42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20:05.273" v="75" actId="20577"/>
          <ac:spMkLst>
            <pc:docMk/>
            <pc:sldMk cId="1080747900" sldId="269"/>
            <ac:spMk id="11" creationId="{63204392-2D35-8955-3F24-CB7C7B81033D}"/>
          </ac:spMkLst>
        </pc:spChg>
        <pc:spChg chg="add mod">
          <ac:chgData name="Jose Mariano Sanchez Figueroa" userId="S::n00373960@upn.pe::fe4d3394-606a-4671-a1a2-c3c71c93f531" providerId="AD" clId="Web-{7B4F26D6-7540-68DB-A45C-3C060621067D}" dt="2025-11-11T18:20:09.820" v="81" actId="20577"/>
          <ac:spMkLst>
            <pc:docMk/>
            <pc:sldMk cId="1080747900" sldId="269"/>
            <ac:spMk id="13" creationId="{0D76A2E7-1F12-1A7A-5399-12CD6F8D9465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18:59.475" v="31" actId="1076"/>
          <ac:spMkLst>
            <pc:docMk/>
            <pc:sldMk cId="1080747900" sldId="269"/>
            <ac:spMk id="16" creationId="{FCF5F6E0-FB9C-7A06-7081-A4C3B7B68770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19:27.945" v="52" actId="14100"/>
          <ac:spMkLst>
            <pc:docMk/>
            <pc:sldMk cId="1080747900" sldId="269"/>
            <ac:spMk id="17" creationId="{C59E6CBE-3ABD-B9F7-9F8F-9ACD547F204F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18:41.007" v="23" actId="1076"/>
          <ac:spMkLst>
            <pc:docMk/>
            <pc:sldMk cId="1080747900" sldId="269"/>
            <ac:spMk id="19" creationId="{8904CC09-B8D2-7528-7020-A50ED0B5D719}"/>
          </ac:spMkLst>
        </pc:spChg>
        <pc:spChg chg="mod">
          <ac:chgData name="Jose Mariano Sanchez Figueroa" userId="S::n00373960@upn.pe::fe4d3394-606a-4671-a1a2-c3c71c93f531" providerId="AD" clId="Web-{7B4F26D6-7540-68DB-A45C-3C060621067D}" dt="2025-11-11T18:19:15.148" v="40" actId="1076"/>
          <ac:spMkLst>
            <pc:docMk/>
            <pc:sldMk cId="1080747900" sldId="269"/>
            <ac:spMk id="21" creationId="{16F8F856-74DB-E456-EA6D-6E6F7F9ACBE3}"/>
          </ac:spMkLst>
        </pc:spChg>
      </pc:sldChg>
    </pc:docChg>
  </pc:docChgLst>
  <pc:docChgLst>
    <pc:chgData name="Usuario invitado" userId="S::urn:spo:tenantanon#a14dc8e4-4d46-4e82-9663-6675ff0295ef::" providerId="AD" clId="Web-{97B18F50-AC98-EFCE-EAE0-53FAE8D5D9A2}"/>
    <pc:docChg chg="modSld">
      <pc:chgData name="Usuario invitado" userId="S::urn:spo:tenantanon#a14dc8e4-4d46-4e82-9663-6675ff0295ef::" providerId="AD" clId="Web-{97B18F50-AC98-EFCE-EAE0-53FAE8D5D9A2}" dt="2025-10-24T00:27:30.448" v="867" actId="1076"/>
      <pc:docMkLst>
        <pc:docMk/>
      </pc:docMkLst>
      <pc:sldChg chg="addSp delSp modSp">
        <pc:chgData name="Usuario invitado" userId="S::urn:spo:tenantanon#a14dc8e4-4d46-4e82-9663-6675ff0295ef::" providerId="AD" clId="Web-{97B18F50-AC98-EFCE-EAE0-53FAE8D5D9A2}" dt="2025-10-23T23:22:55.385" v="170" actId="20577"/>
        <pc:sldMkLst>
          <pc:docMk/>
          <pc:sldMk cId="0" sldId="259"/>
        </pc:sldMkLst>
        <pc:spChg chg="add mod">
          <ac:chgData name="Usuario invitado" userId="S::urn:spo:tenantanon#a14dc8e4-4d46-4e82-9663-6675ff0295ef::" providerId="AD" clId="Web-{97B18F50-AC98-EFCE-EAE0-53FAE8D5D9A2}" dt="2025-10-23T23:17:19.432" v="77" actId="20577"/>
          <ac:spMkLst>
            <pc:docMk/>
            <pc:sldMk cId="0" sldId="259"/>
            <ac:spMk id="2" creationId="{3845B7C8-8E9B-FEC1-7FCB-DED184AAE2C8}"/>
          </ac:spMkLst>
        </pc:spChg>
        <pc:spChg chg="mod">
          <ac:chgData name="Usuario invitado" userId="S::urn:spo:tenantanon#a14dc8e4-4d46-4e82-9663-6675ff0295ef::" providerId="AD" clId="Web-{97B18F50-AC98-EFCE-EAE0-53FAE8D5D9A2}" dt="2025-10-23T23:17:29.447" v="81" actId="1076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20:32.510" v="117" actId="1076"/>
          <ac:spMkLst>
            <pc:docMk/>
            <pc:sldMk cId="0" sldId="259"/>
            <ac:spMk id="8" creationId="{C6CDA7AC-8803-2A0F-7103-E7294EF70277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22:45.651" v="169" actId="20577"/>
          <ac:spMkLst>
            <pc:docMk/>
            <pc:sldMk cId="0" sldId="259"/>
            <ac:spMk id="15" creationId="{26F7FAD7-C52C-001B-F860-642A120466D0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22:55.385" v="170" actId="20577"/>
          <ac:spMkLst>
            <pc:docMk/>
            <pc:sldMk cId="0" sldId="259"/>
            <ac:spMk id="16" creationId="{CDF5E666-4824-924C-88E4-679F05C49239}"/>
          </ac:spMkLst>
        </pc:spChg>
        <pc:spChg chg="add">
          <ac:chgData name="Usuario invitado" userId="S::urn:spo:tenantanon#a14dc8e4-4d46-4e82-9663-6675ff0295ef::" providerId="AD" clId="Web-{97B18F50-AC98-EFCE-EAE0-53FAE8D5D9A2}" dt="2025-10-23T23:19:06.838" v="95"/>
          <ac:spMkLst>
            <pc:docMk/>
            <pc:sldMk cId="0" sldId="259"/>
            <ac:spMk id="21" creationId="{50913368-3B70-99EA-6C10-6249E51458C8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20:26.713" v="116" actId="14100"/>
          <ac:spMkLst>
            <pc:docMk/>
            <pc:sldMk cId="0" sldId="259"/>
            <ac:spMk id="22" creationId="{6981728B-127A-3B25-C00C-41847DAB738A}"/>
          </ac:spMkLst>
        </pc:spChg>
      </pc:sldChg>
      <pc:sldChg chg="addSp delSp modSp">
        <pc:chgData name="Usuario invitado" userId="S::urn:spo:tenantanon#a14dc8e4-4d46-4e82-9663-6675ff0295ef::" providerId="AD" clId="Web-{97B18F50-AC98-EFCE-EAE0-53FAE8D5D9A2}" dt="2025-10-24T00:27:30.448" v="867" actId="1076"/>
        <pc:sldMkLst>
          <pc:docMk/>
          <pc:sldMk cId="0" sldId="260"/>
        </pc:sldMkLst>
        <pc:spChg chg="mod">
          <ac:chgData name="Usuario invitado" userId="S::urn:spo:tenantanon#a14dc8e4-4d46-4e82-9663-6675ff0295ef::" providerId="AD" clId="Web-{97B18F50-AC98-EFCE-EAE0-53FAE8D5D9A2}" dt="2025-10-24T00:27:30.448" v="867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5:57.525" v="789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5:57.541" v="790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5:57.557" v="791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5:57.557" v="792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5:57.572" v="793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5:57.588" v="794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4T00:26:41.979" v="80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3T23:35:25.545" v="538" actId="14100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5:57.603" v="795" actId="14100"/>
          <ac:spMkLst>
            <pc:docMk/>
            <pc:sldMk cId="0" sldId="260"/>
            <ac:spMk id="12" creationId="{638C8A17-3ADE-C8EC-7CC9-5DF9EE0314CA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5:57.603" v="796" actId="14100"/>
          <ac:spMkLst>
            <pc:docMk/>
            <pc:sldMk cId="0" sldId="260"/>
            <ac:spMk id="14" creationId="{B866FB80-70B7-5F0C-9B65-52D01DC6147F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5:57.619" v="797" actId="14100"/>
          <ac:spMkLst>
            <pc:docMk/>
            <pc:sldMk cId="0" sldId="260"/>
            <ac:spMk id="15" creationId="{DFCFC8A7-1AB0-A2EC-A977-49EB3308B833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5:57.635" v="798" actId="14100"/>
          <ac:spMkLst>
            <pc:docMk/>
            <pc:sldMk cId="0" sldId="260"/>
            <ac:spMk id="16" creationId="{EE53FEA0-53BD-11C5-D4F5-9E8F7AE6CF86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5:57.650" v="799" actId="14100"/>
          <ac:spMkLst>
            <pc:docMk/>
            <pc:sldMk cId="0" sldId="260"/>
            <ac:spMk id="17" creationId="{9941BC4E-2651-8035-E097-5C49AB87DCB5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5:57.650" v="800" actId="14100"/>
          <ac:spMkLst>
            <pc:docMk/>
            <pc:sldMk cId="0" sldId="260"/>
            <ac:spMk id="18" creationId="{F705C3E9-32EF-E818-BA57-E6C1A1F65D99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6:01.197" v="802" actId="1076"/>
          <ac:spMkLst>
            <pc:docMk/>
            <pc:sldMk cId="0" sldId="260"/>
            <ac:spMk id="19" creationId="{C1FDBD7F-4171-BC09-6522-2AD2873D6F40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36:16.951" v="594" actId="1076"/>
          <ac:spMkLst>
            <pc:docMk/>
            <pc:sldMk cId="0" sldId="260"/>
            <ac:spMk id="20" creationId="{751132A9-7F46-35B2-D5B2-39D3C8EA2CD6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37:00.264" v="619" actId="20577"/>
          <ac:spMkLst>
            <pc:docMk/>
            <pc:sldMk cId="0" sldId="260"/>
            <ac:spMk id="21" creationId="{E5066693-7F25-00EA-21AC-30D17FE07BF5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40:02.482" v="707" actId="1076"/>
          <ac:spMkLst>
            <pc:docMk/>
            <pc:sldMk cId="0" sldId="260"/>
            <ac:spMk id="22" creationId="{98577042-BB9F-EC19-3EEB-A154767D30E6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39:52.764" v="705" actId="1076"/>
          <ac:spMkLst>
            <pc:docMk/>
            <pc:sldMk cId="0" sldId="260"/>
            <ac:spMk id="23" creationId="{EE94F36D-B1DA-8DB2-CC61-F55428DC1829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27:25.198" v="866" actId="20577"/>
          <ac:spMkLst>
            <pc:docMk/>
            <pc:sldMk cId="0" sldId="260"/>
            <ac:spMk id="24" creationId="{2E1229C0-3A94-C5C1-830F-E781EB877CBA}"/>
          </ac:spMkLst>
        </pc:spChg>
      </pc:sldChg>
      <pc:sldChg chg="addSp delSp modSp">
        <pc:chgData name="Usuario invitado" userId="S::urn:spo:tenantanon#a14dc8e4-4d46-4e82-9663-6675ff0295ef::" providerId="AD" clId="Web-{97B18F50-AC98-EFCE-EAE0-53FAE8D5D9A2}" dt="2025-10-24T00:15:04.218" v="787" actId="1076"/>
        <pc:sldMkLst>
          <pc:docMk/>
          <pc:sldMk cId="0" sldId="261"/>
        </pc:sldMkLst>
        <pc:spChg chg="add mod">
          <ac:chgData name="Usuario invitado" userId="S::urn:spo:tenantanon#a14dc8e4-4d46-4e82-9663-6675ff0295ef::" providerId="AD" clId="Web-{97B18F50-AC98-EFCE-EAE0-53FAE8D5D9A2}" dt="2025-10-23T23:28:19.701" v="254"/>
          <ac:spMkLst>
            <pc:docMk/>
            <pc:sldMk cId="0" sldId="261"/>
            <ac:spMk id="2" creationId="{70D1AE28-9F55-F2AA-46F7-5A5C80DAD181}"/>
          </ac:spMkLst>
        </pc:spChg>
        <pc:spChg chg="mod">
          <ac:chgData name="Usuario invitado" userId="S::urn:spo:tenantanon#a14dc8e4-4d46-4e82-9663-6675ff0295ef::" providerId="AD" clId="Web-{97B18F50-AC98-EFCE-EAE0-53FAE8D5D9A2}" dt="2025-10-24T00:14:58.702" v="785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3T23:28:24.560" v="256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Usuario invitado" userId="S::urn:spo:tenantanon#a14dc8e4-4d46-4e82-9663-6675ff0295ef::" providerId="AD" clId="Web-{97B18F50-AC98-EFCE-EAE0-53FAE8D5D9A2}" dt="2025-10-23T23:27:33.794" v="227" actId="20577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28:52.341" v="306" actId="20577"/>
          <ac:spMkLst>
            <pc:docMk/>
            <pc:sldMk cId="0" sldId="261"/>
            <ac:spMk id="12" creationId="{7BC35000-4A74-53C5-6FC0-523BDF1855D3}"/>
          </ac:spMkLst>
        </pc:spChg>
        <pc:spChg chg="add mod">
          <ac:chgData name="Usuario invitado" userId="S::urn:spo:tenantanon#a14dc8e4-4d46-4e82-9663-6675ff0295ef::" providerId="AD" clId="Web-{97B18F50-AC98-EFCE-EAE0-53FAE8D5D9A2}" dt="2025-10-23T23:29:37.513" v="345" actId="1076"/>
          <ac:spMkLst>
            <pc:docMk/>
            <pc:sldMk cId="0" sldId="261"/>
            <ac:spMk id="13" creationId="{8891109F-3D4A-101D-1408-D403CEA5B890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3:50.231" v="754" actId="1076"/>
          <ac:spMkLst>
            <pc:docMk/>
            <pc:sldMk cId="0" sldId="261"/>
            <ac:spMk id="14" creationId="{A338BAB1-7DF8-0678-3A8F-2B82EFADC512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3:46.700" v="753" actId="1076"/>
          <ac:spMkLst>
            <pc:docMk/>
            <pc:sldMk cId="0" sldId="261"/>
            <ac:spMk id="15" creationId="{91270425-2ADB-96EB-416F-77ABCAED5E93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3:30.168" v="747" actId="1076"/>
          <ac:spMkLst>
            <pc:docMk/>
            <pc:sldMk cId="0" sldId="261"/>
            <ac:spMk id="16" creationId="{F3875E80-4455-C5DC-A5E0-088D08791869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3:52.528" v="755" actId="1076"/>
          <ac:spMkLst>
            <pc:docMk/>
            <pc:sldMk cId="0" sldId="261"/>
            <ac:spMk id="18" creationId="{56B028D7-67D9-11E4-1DB2-B6E2BE027530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3:43.371" v="752" actId="1076"/>
          <ac:spMkLst>
            <pc:docMk/>
            <pc:sldMk cId="0" sldId="261"/>
            <ac:spMk id="19" creationId="{EB12E4F9-81E6-2C66-2333-D1AC19309F45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4:55.218" v="784" actId="1076"/>
          <ac:spMkLst>
            <pc:docMk/>
            <pc:sldMk cId="0" sldId="261"/>
            <ac:spMk id="20" creationId="{71174DF7-5844-8ECA-1951-AFF7E0F312A3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4:52.561" v="783" actId="1076"/>
          <ac:spMkLst>
            <pc:docMk/>
            <pc:sldMk cId="0" sldId="261"/>
            <ac:spMk id="21" creationId="{81B8A48E-1B65-1AF5-4F2E-32127EA0CF47}"/>
          </ac:spMkLst>
        </pc:spChg>
        <pc:spChg chg="add mod">
          <ac:chgData name="Usuario invitado" userId="S::urn:spo:tenantanon#a14dc8e4-4d46-4e82-9663-6675ff0295ef::" providerId="AD" clId="Web-{97B18F50-AC98-EFCE-EAE0-53FAE8D5D9A2}" dt="2025-10-24T00:15:04.218" v="787" actId="1076"/>
          <ac:spMkLst>
            <pc:docMk/>
            <pc:sldMk cId="0" sldId="261"/>
            <ac:spMk id="22" creationId="{AB1DEFC2-00F9-81E5-7FB5-69E89C7E2A57}"/>
          </ac:spMkLst>
        </pc:spChg>
      </pc:sldChg>
      <pc:sldChg chg="modSp">
        <pc:chgData name="Usuario invitado" userId="S::urn:spo:tenantanon#a14dc8e4-4d46-4e82-9663-6675ff0295ef::" providerId="AD" clId="Web-{97B18F50-AC98-EFCE-EAE0-53FAE8D5D9A2}" dt="2025-10-24T00:15:39.158" v="788" actId="20577"/>
        <pc:sldMkLst>
          <pc:docMk/>
          <pc:sldMk cId="2344288349" sldId="267"/>
        </pc:sldMkLst>
        <pc:spChg chg="mod">
          <ac:chgData name="Usuario invitado" userId="S::urn:spo:tenantanon#a14dc8e4-4d46-4e82-9663-6675ff0295ef::" providerId="AD" clId="Web-{97B18F50-AC98-EFCE-EAE0-53FAE8D5D9A2}" dt="2025-10-24T00:15:39.158" v="788" actId="20577"/>
          <ac:spMkLst>
            <pc:docMk/>
            <pc:sldMk cId="2344288349" sldId="267"/>
            <ac:spMk id="10" creationId="{56AD8A6A-BAA2-3F11-3439-60B5F8A850D3}"/>
          </ac:spMkLst>
        </pc:spChg>
      </pc:sldChg>
    </pc:docChg>
  </pc:docChgLst>
  <pc:docChgLst>
    <pc:chgData name="Usuario invitado" userId="S::urn:spo:tenantanon#a14dc8e4-4d46-4e82-9663-6675ff0295ef::" providerId="AD" clId="Web-{24AF6029-4EB2-050A-2376-FE3CB304A43C}"/>
    <pc:docChg chg="addSld modSld sldOrd">
      <pc:chgData name="Usuario invitado" userId="S::urn:spo:tenantanon#a14dc8e4-4d46-4e82-9663-6675ff0295ef::" providerId="AD" clId="Web-{24AF6029-4EB2-050A-2376-FE3CB304A43C}" dt="2025-10-23T22:12:35.251" v="359" actId="1076"/>
      <pc:docMkLst>
        <pc:docMk/>
      </pc:docMkLst>
      <pc:sldChg chg="ord">
        <pc:chgData name="Usuario invitado" userId="S::urn:spo:tenantanon#a14dc8e4-4d46-4e82-9663-6675ff0295ef::" providerId="AD" clId="Web-{24AF6029-4EB2-050A-2376-FE3CB304A43C}" dt="2025-10-23T22:05:43.264" v="225"/>
        <pc:sldMkLst>
          <pc:docMk/>
          <pc:sldMk cId="0" sldId="260"/>
        </pc:sldMkLst>
      </pc:sldChg>
      <pc:sldChg chg="ord">
        <pc:chgData name="Usuario invitado" userId="S::urn:spo:tenantanon#a14dc8e4-4d46-4e82-9663-6675ff0295ef::" providerId="AD" clId="Web-{24AF6029-4EB2-050A-2376-FE3CB304A43C}" dt="2025-10-23T22:05:43.264" v="224"/>
        <pc:sldMkLst>
          <pc:docMk/>
          <pc:sldMk cId="0" sldId="261"/>
        </pc:sldMkLst>
      </pc:sldChg>
      <pc:sldChg chg="ord">
        <pc:chgData name="Usuario invitado" userId="S::urn:spo:tenantanon#a14dc8e4-4d46-4e82-9663-6675ff0295ef::" providerId="AD" clId="Web-{24AF6029-4EB2-050A-2376-FE3CB304A43C}" dt="2025-10-23T22:05:43.264" v="223"/>
        <pc:sldMkLst>
          <pc:docMk/>
          <pc:sldMk cId="0" sldId="262"/>
        </pc:sldMkLst>
      </pc:sldChg>
      <pc:sldChg chg="addSp delSp modSp ord">
        <pc:chgData name="Usuario invitado" userId="S::urn:spo:tenantanon#a14dc8e4-4d46-4e82-9663-6675ff0295ef::" providerId="AD" clId="Web-{24AF6029-4EB2-050A-2376-FE3CB304A43C}" dt="2025-10-23T22:09:28.540" v="271" actId="14100"/>
        <pc:sldMkLst>
          <pc:docMk/>
          <pc:sldMk cId="0" sldId="263"/>
        </pc:sldMkLst>
        <pc:spChg chg="add mod">
          <ac:chgData name="Usuario invitado" userId="S::urn:spo:tenantanon#a14dc8e4-4d46-4e82-9663-6675ff0295ef::" providerId="AD" clId="Web-{24AF6029-4EB2-050A-2376-FE3CB304A43C}" dt="2025-10-23T22:08:44.832" v="256"/>
          <ac:spMkLst>
            <pc:docMk/>
            <pc:sldMk cId="0" sldId="263"/>
            <ac:spMk id="2" creationId="{7714E67A-C84F-B329-8C25-BEAE93C31A05}"/>
          </ac:spMkLst>
        </pc:spChg>
        <pc:spChg chg="mod">
          <ac:chgData name="Usuario invitado" userId="S::urn:spo:tenantanon#a14dc8e4-4d46-4e82-9663-6675ff0295ef::" providerId="AD" clId="Web-{24AF6029-4EB2-050A-2376-FE3CB304A43C}" dt="2025-10-23T22:09:28.540" v="271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Usuario invitado" userId="S::urn:spo:tenantanon#a14dc8e4-4d46-4e82-9663-6675ff0295ef::" providerId="AD" clId="Web-{24AF6029-4EB2-050A-2376-FE3CB304A43C}" dt="2025-10-23T22:03:35.839" v="206" actId="1076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Usuario invitado" userId="S::urn:spo:tenantanon#a14dc8e4-4d46-4e82-9663-6675ff0295ef::" providerId="AD" clId="Web-{24AF6029-4EB2-050A-2376-FE3CB304A43C}" dt="2025-10-23T22:09:04.942" v="266" actId="1076"/>
          <ac:spMkLst>
            <pc:docMk/>
            <pc:sldMk cId="0" sldId="263"/>
            <ac:spMk id="7" creationId="{F23D5C2D-5C0D-3FA7-A9DB-875BC4863DB3}"/>
          </ac:spMkLst>
        </pc:spChg>
        <pc:spChg chg="add mod">
          <ac:chgData name="Usuario invitado" userId="S::urn:spo:tenantanon#a14dc8e4-4d46-4e82-9663-6675ff0295ef::" providerId="AD" clId="Web-{24AF6029-4EB2-050A-2376-FE3CB304A43C}" dt="2025-10-23T22:09:13.412" v="267" actId="1076"/>
          <ac:spMkLst>
            <pc:docMk/>
            <pc:sldMk cId="0" sldId="263"/>
            <ac:spMk id="8" creationId="{BB827C39-4DF4-9F4A-28CC-9E6734B30C8F}"/>
          </ac:spMkLst>
        </pc:spChg>
        <pc:spChg chg="add mod">
          <ac:chgData name="Usuario invitado" userId="S::urn:spo:tenantanon#a14dc8e4-4d46-4e82-9663-6675ff0295ef::" providerId="AD" clId="Web-{24AF6029-4EB2-050A-2376-FE3CB304A43C}" dt="2025-10-23T22:09:15.366" v="268" actId="1076"/>
          <ac:spMkLst>
            <pc:docMk/>
            <pc:sldMk cId="0" sldId="263"/>
            <ac:spMk id="9" creationId="{22D67D4D-F12D-52FB-83C8-430AE760D4AE}"/>
          </ac:spMkLst>
        </pc:spChg>
        <pc:spChg chg="add mod">
          <ac:chgData name="Usuario invitado" userId="S::urn:spo:tenantanon#a14dc8e4-4d46-4e82-9663-6675ff0295ef::" providerId="AD" clId="Web-{24AF6029-4EB2-050A-2376-FE3CB304A43C}" dt="2025-10-23T22:08:44.832" v="260"/>
          <ac:spMkLst>
            <pc:docMk/>
            <pc:sldMk cId="0" sldId="263"/>
            <ac:spMk id="11" creationId="{8B508A5E-7168-6500-230A-5DD361A2979B}"/>
          </ac:spMkLst>
        </pc:spChg>
        <pc:spChg chg="add mod">
          <ac:chgData name="Usuario invitado" userId="S::urn:spo:tenantanon#a14dc8e4-4d46-4e82-9663-6675ff0295ef::" providerId="AD" clId="Web-{24AF6029-4EB2-050A-2376-FE3CB304A43C}" dt="2025-10-23T22:08:44.832" v="261"/>
          <ac:spMkLst>
            <pc:docMk/>
            <pc:sldMk cId="0" sldId="263"/>
            <ac:spMk id="12" creationId="{F8267259-B06E-F414-BF47-5148B8FB67B5}"/>
          </ac:spMkLst>
        </pc:spChg>
        <pc:spChg chg="add mod">
          <ac:chgData name="Usuario invitado" userId="S::urn:spo:tenantanon#a14dc8e4-4d46-4e82-9663-6675ff0295ef::" providerId="AD" clId="Web-{24AF6029-4EB2-050A-2376-FE3CB304A43C}" dt="2025-10-23T22:08:44.894" v="263"/>
          <ac:spMkLst>
            <pc:docMk/>
            <pc:sldMk cId="0" sldId="263"/>
            <ac:spMk id="14" creationId="{D6CD7D7C-5DBD-2EA8-7CAC-E97710A09C39}"/>
          </ac:spMkLst>
        </pc:spChg>
        <pc:grpChg chg="add mod">
          <ac:chgData name="Usuario invitado" userId="S::urn:spo:tenantanon#a14dc8e4-4d46-4e82-9663-6675ff0295ef::" providerId="AD" clId="Web-{24AF6029-4EB2-050A-2376-FE3CB304A43C}" dt="2025-10-23T22:09:19.835" v="269" actId="1076"/>
          <ac:grpSpMkLst>
            <pc:docMk/>
            <pc:sldMk cId="0" sldId="263"/>
            <ac:grpSpMk id="16" creationId="{52AE5643-F94A-1AB2-F1D9-AB8D24107DD3}"/>
          </ac:grpSpMkLst>
        </pc:grpChg>
      </pc:sldChg>
    </pc:docChg>
  </pc:docChgLst>
  <pc:docChgLst>
    <pc:chgData name="Usuario invitado" userId="S::urn:spo:tenantanon#a14dc8e4-4d46-4e82-9663-6675ff0295ef::" providerId="AD" clId="Web-{B013A6C7-3DA0-87AA-C2FB-4F386705CC00}"/>
    <pc:docChg chg="modSld">
      <pc:chgData name="Usuario invitado" userId="S::urn:spo:tenantanon#a14dc8e4-4d46-4e82-9663-6675ff0295ef::" providerId="AD" clId="Web-{B013A6C7-3DA0-87AA-C2FB-4F386705CC00}" dt="2025-10-23T21:55:20.364" v="1" actId="1076"/>
      <pc:docMkLst>
        <pc:docMk/>
      </pc:docMkLst>
      <pc:sldChg chg="modSp">
        <pc:chgData name="Usuario invitado" userId="S::urn:spo:tenantanon#a14dc8e4-4d46-4e82-9663-6675ff0295ef::" providerId="AD" clId="Web-{B013A6C7-3DA0-87AA-C2FB-4F386705CC00}" dt="2025-10-23T21:55:20.364" v="1" actId="1076"/>
        <pc:sldMkLst>
          <pc:docMk/>
          <pc:sldMk cId="0" sldId="263"/>
        </pc:sldMkLst>
        <pc:spChg chg="mod">
          <ac:chgData name="Usuario invitado" userId="S::urn:spo:tenantanon#a14dc8e4-4d46-4e82-9663-6675ff0295ef::" providerId="AD" clId="Web-{B013A6C7-3DA0-87AA-C2FB-4F386705CC00}" dt="2025-10-23T21:54:48.738" v="0" actId="1076"/>
          <ac:spMkLst>
            <pc:docMk/>
            <pc:sldMk cId="0" sldId="263"/>
            <ac:spMk id="2" creationId="{7714E67A-C84F-B329-8C25-BEAE93C31A05}"/>
          </ac:spMkLst>
        </pc:spChg>
        <pc:spChg chg="mod">
          <ac:chgData name="Usuario invitado" userId="S::urn:spo:tenantanon#a14dc8e4-4d46-4e82-9663-6675ff0295ef::" providerId="AD" clId="Web-{B013A6C7-3DA0-87AA-C2FB-4F386705CC00}" dt="2025-10-23T21:55:20.364" v="1" actId="1076"/>
          <ac:spMkLst>
            <pc:docMk/>
            <pc:sldMk cId="0" sldId="263"/>
            <ac:spMk id="7" creationId="{F23D5C2D-5C0D-3FA7-A9DB-875BC4863DB3}"/>
          </ac:spMkLst>
        </pc:spChg>
      </pc:sldChg>
    </pc:docChg>
  </pc:docChgLst>
  <pc:docChgLst>
    <pc:chgData name="Jose Mariano Sanchez Figueroa" userId="S::n00373960@upn.pe::fe4d3394-606a-4671-a1a2-c3c71c93f531" providerId="AD" clId="Web-{75CB4CDB-09C1-C94B-6BF5-0C976441178B}"/>
    <pc:docChg chg="modSld">
      <pc:chgData name="Jose Mariano Sanchez Figueroa" userId="S::n00373960@upn.pe::fe4d3394-606a-4671-a1a2-c3c71c93f531" providerId="AD" clId="Web-{75CB4CDB-09C1-C94B-6BF5-0C976441178B}" dt="2025-10-23T22:15:25.584" v="686" actId="20577"/>
      <pc:docMkLst>
        <pc:docMk/>
      </pc:docMkLst>
      <pc:sldChg chg="modSp">
        <pc:chgData name="Jose Mariano Sanchez Figueroa" userId="S::n00373960@upn.pe::fe4d3394-606a-4671-a1a2-c3c71c93f531" providerId="AD" clId="Web-{75CB4CDB-09C1-C94B-6BF5-0C976441178B}" dt="2025-10-23T21:58:37.616" v="274"/>
        <pc:sldMkLst>
          <pc:docMk/>
          <pc:sldMk cId="0" sldId="262"/>
        </pc:sldMkLst>
        <pc:spChg chg="mod">
          <ac:chgData name="Jose Mariano Sanchez Figueroa" userId="S::n00373960@upn.pe::fe4d3394-606a-4671-a1a2-c3c71c93f531" providerId="AD" clId="Web-{75CB4CDB-09C1-C94B-6BF5-0C976441178B}" dt="2025-10-23T21:58:37.616" v="274"/>
          <ac:spMkLst>
            <pc:docMk/>
            <pc:sldMk cId="0" sldId="262"/>
            <ac:spMk id="2" creationId="{DDD4E57E-A111-C492-4A54-DCEAE7D205A3}"/>
          </ac:spMkLst>
        </pc:spChg>
      </pc:sldChg>
      <pc:sldChg chg="addSp delSp modSp">
        <pc:chgData name="Jose Mariano Sanchez Figueroa" userId="S::n00373960@upn.pe::fe4d3394-606a-4671-a1a2-c3c71c93f531" providerId="AD" clId="Web-{75CB4CDB-09C1-C94B-6BF5-0C976441178B}" dt="2025-10-23T22:15:25.584" v="686" actId="20577"/>
        <pc:sldMkLst>
          <pc:docMk/>
          <pc:sldMk cId="0" sldId="263"/>
        </pc:sldMkLst>
        <pc:spChg chg="mod">
          <ac:chgData name="Jose Mariano Sanchez Figueroa" userId="S::n00373960@upn.pe::fe4d3394-606a-4671-a1a2-c3c71c93f531" providerId="AD" clId="Web-{75CB4CDB-09C1-C94B-6BF5-0C976441178B}" dt="2025-10-23T22:06:39.345" v="438" actId="14100"/>
          <ac:spMkLst>
            <pc:docMk/>
            <pc:sldMk cId="0" sldId="263"/>
            <ac:spMk id="2" creationId="{7714E67A-C84F-B329-8C25-BEAE93C31A05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11:27.750" v="569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11:25.438" v="568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6:39.345" v="439" actId="14100"/>
          <ac:spMkLst>
            <pc:docMk/>
            <pc:sldMk cId="0" sldId="263"/>
            <ac:spMk id="7" creationId="{F23D5C2D-5C0D-3FA7-A9DB-875BC4863DB3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6:39.360" v="440" actId="14100"/>
          <ac:spMkLst>
            <pc:docMk/>
            <pc:sldMk cId="0" sldId="263"/>
            <ac:spMk id="8" creationId="{BB827C39-4DF4-9F4A-28CC-9E6734B30C8F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6:39.376" v="441" actId="14100"/>
          <ac:spMkLst>
            <pc:docMk/>
            <pc:sldMk cId="0" sldId="263"/>
            <ac:spMk id="9" creationId="{22D67D4D-F12D-52FB-83C8-430AE760D4AE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6:46.517" v="444"/>
          <ac:spMkLst>
            <pc:docMk/>
            <pc:sldMk cId="0" sldId="263"/>
            <ac:spMk id="11" creationId="{8B508A5E-7168-6500-230A-5DD361A2979B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6:46.517" v="445"/>
          <ac:spMkLst>
            <pc:docMk/>
            <pc:sldMk cId="0" sldId="263"/>
            <ac:spMk id="12" creationId="{F8267259-B06E-F414-BF47-5148B8FB67B5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6:46.548" v="447"/>
          <ac:spMkLst>
            <pc:docMk/>
            <pc:sldMk cId="0" sldId="263"/>
            <ac:spMk id="14" creationId="{D6CD7D7C-5DBD-2EA8-7CAC-E97710A09C39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4:55.521" v="662" actId="14100"/>
          <ac:spMkLst>
            <pc:docMk/>
            <pc:sldMk cId="0" sldId="263"/>
            <ac:spMk id="20" creationId="{8D57B491-CB41-AF7A-5E52-22B0116EADE3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1:38.938" v="574" actId="1076"/>
          <ac:spMkLst>
            <pc:docMk/>
            <pc:sldMk cId="0" sldId="263"/>
            <ac:spMk id="24" creationId="{AE6683E5-725B-FFE1-F761-F46FA711CBCA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2:50.425" v="613" actId="1076"/>
          <ac:spMkLst>
            <pc:docMk/>
            <pc:sldMk cId="0" sldId="263"/>
            <ac:spMk id="26" creationId="{DEF30CFF-8DDB-98FE-34EF-B2C4D095EF31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2:56.518" v="615" actId="1076"/>
          <ac:spMkLst>
            <pc:docMk/>
            <pc:sldMk cId="0" sldId="263"/>
            <ac:spMk id="28" creationId="{100B20CD-7055-E9BF-E166-88DA2D1CB083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01.706" v="618" actId="1076"/>
          <ac:spMkLst>
            <pc:docMk/>
            <pc:sldMk cId="0" sldId="263"/>
            <ac:spMk id="30" creationId="{A6E45B0D-2AB0-26B9-8616-C817A0F26E1E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21.582" v="629" actId="1076"/>
          <ac:spMkLst>
            <pc:docMk/>
            <pc:sldMk cId="0" sldId="263"/>
            <ac:spMk id="32" creationId="{F4981AE6-DE39-C5E2-D059-D036D933838E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40.816" v="639" actId="1076"/>
          <ac:spMkLst>
            <pc:docMk/>
            <pc:sldMk cId="0" sldId="263"/>
            <ac:spMk id="34" creationId="{6484A34B-9A7E-AC6B-117A-2BEBE25B1333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1:41.126" v="575" actId="1076"/>
          <ac:spMkLst>
            <pc:docMk/>
            <pc:sldMk cId="0" sldId="263"/>
            <ac:spMk id="36" creationId="{964A1929-5205-8FCF-4B27-4A81786376A6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2:50.440" v="614" actId="1076"/>
          <ac:spMkLst>
            <pc:docMk/>
            <pc:sldMk cId="0" sldId="263"/>
            <ac:spMk id="38" creationId="{EE718572-DD8F-11F2-A84A-40BABA335002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2:59.065" v="617" actId="14100"/>
          <ac:spMkLst>
            <pc:docMk/>
            <pc:sldMk cId="0" sldId="263"/>
            <ac:spMk id="40" creationId="{2BF1C591-CEAB-ECF8-70C7-37B8CC538A4E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04.909" v="620" actId="14100"/>
          <ac:spMkLst>
            <pc:docMk/>
            <pc:sldMk cId="0" sldId="263"/>
            <ac:spMk id="42" creationId="{EB750191-4190-60CE-63E5-71CE32F7B27D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18.472" v="628" actId="14100"/>
          <ac:spMkLst>
            <pc:docMk/>
            <pc:sldMk cId="0" sldId="263"/>
            <ac:spMk id="44" creationId="{81D21048-2289-3312-F23A-DFE5C997310A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25.410" v="631" actId="14100"/>
          <ac:spMkLst>
            <pc:docMk/>
            <pc:sldMk cId="0" sldId="263"/>
            <ac:spMk id="46" creationId="{9EDC475A-7347-142A-7B07-76C7D4BDF0A3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50.004" v="642" actId="14100"/>
          <ac:spMkLst>
            <pc:docMk/>
            <pc:sldMk cId="0" sldId="263"/>
            <ac:spMk id="47" creationId="{7543DF7E-D6F8-4B48-ECAF-631D1D293177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3:53.207" v="644" actId="14100"/>
          <ac:spMkLst>
            <pc:docMk/>
            <pc:sldMk cId="0" sldId="263"/>
            <ac:spMk id="48" creationId="{6568DD37-4226-CDF8-6DD2-77ADB5D912CD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5:08.178" v="667" actId="1076"/>
          <ac:spMkLst>
            <pc:docMk/>
            <pc:sldMk cId="0" sldId="263"/>
            <ac:spMk id="54" creationId="{9564667B-99B6-DEF4-9674-6ABB698CF1A3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5:10.615" v="668" actId="1076"/>
          <ac:spMkLst>
            <pc:docMk/>
            <pc:sldMk cId="0" sldId="263"/>
            <ac:spMk id="56" creationId="{5CD419D5-36C5-74BA-4FF3-2F60989CFEAD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4:48.318" v="660" actId="1076"/>
          <ac:spMkLst>
            <pc:docMk/>
            <pc:sldMk cId="0" sldId="263"/>
            <ac:spMk id="58" creationId="{D1265AB5-C166-7D5E-9C7C-414A0007EA34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4:59.443" v="664" actId="1076"/>
          <ac:spMkLst>
            <pc:docMk/>
            <pc:sldMk cId="0" sldId="263"/>
            <ac:spMk id="60" creationId="{87A2C973-046D-A8D6-30F4-B135AF5804AA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5:25.584" v="686" actId="20577"/>
          <ac:spMkLst>
            <pc:docMk/>
            <pc:sldMk cId="0" sldId="263"/>
            <ac:spMk id="62" creationId="{2A0C6831-9759-6889-56B6-A9F817BF69CE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15:20.881" v="680" actId="20577"/>
          <ac:spMkLst>
            <pc:docMk/>
            <pc:sldMk cId="0" sldId="263"/>
            <ac:spMk id="63" creationId="{8CBEE426-06DB-3F6E-4E15-DEFECBF52DAD}"/>
          </ac:spMkLst>
        </pc:spChg>
        <pc:grpChg chg="mod">
          <ac:chgData name="Jose Mariano Sanchez Figueroa" userId="S::n00373960@upn.pe::fe4d3394-606a-4671-a1a2-c3c71c93f531" providerId="AD" clId="Web-{75CB4CDB-09C1-C94B-6BF5-0C976441178B}" dt="2025-10-23T22:08:28.055" v="456" actId="14100"/>
          <ac:grpSpMkLst>
            <pc:docMk/>
            <pc:sldMk cId="0" sldId="263"/>
            <ac:grpSpMk id="16" creationId="{52AE5643-F94A-1AB2-F1D9-AB8D24107DD3}"/>
          </ac:grpSpMkLst>
        </pc:grpChg>
      </pc:sldChg>
      <pc:sldChg chg="addSp delSp modSp">
        <pc:chgData name="Jose Mariano Sanchez Figueroa" userId="S::n00373960@upn.pe::fe4d3394-606a-4671-a1a2-c3c71c93f531" providerId="AD" clId="Web-{75CB4CDB-09C1-C94B-6BF5-0C976441178B}" dt="2025-10-23T22:06:16.233" v="437" actId="1076"/>
        <pc:sldMkLst>
          <pc:docMk/>
          <pc:sldMk cId="0" sldId="264"/>
        </pc:sldMkLst>
        <pc:spChg chg="mod">
          <ac:chgData name="Jose Mariano Sanchez Figueroa" userId="S::n00373960@upn.pe::fe4d3394-606a-4671-a1a2-c3c71c93f531" providerId="AD" clId="Web-{75CB4CDB-09C1-C94B-6BF5-0C976441178B}" dt="2025-10-23T22:06:16.233" v="437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2:01:30.072" v="315" actId="20577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4:00.261" v="369" actId="1076"/>
          <ac:spMkLst>
            <pc:docMk/>
            <pc:sldMk cId="0" sldId="264"/>
            <ac:spMk id="6" creationId="{B18B783F-D302-B651-9317-59F8290C3CBE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1:49:45.080" v="133" actId="1076"/>
          <ac:spMkLst>
            <pc:docMk/>
            <pc:sldMk cId="0" sldId="264"/>
            <ac:spMk id="10" creationId="{E091D323-20D1-374C-0130-5C3414947A38}"/>
          </ac:spMkLst>
        </pc:spChg>
        <pc:spChg chg="mod">
          <ac:chgData name="Jose Mariano Sanchez Figueroa" userId="S::n00373960@upn.pe::fe4d3394-606a-4671-a1a2-c3c71c93f531" providerId="AD" clId="Web-{75CB4CDB-09C1-C94B-6BF5-0C976441178B}" dt="2025-10-23T21:49:47.471" v="134" actId="1076"/>
          <ac:spMkLst>
            <pc:docMk/>
            <pc:sldMk cId="0" sldId="264"/>
            <ac:spMk id="11" creationId="{E75298D0-A4AA-295F-5B08-AC97263F5655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9:33.679" v="276" actId="1076"/>
          <ac:spMkLst>
            <pc:docMk/>
            <pc:sldMk cId="0" sldId="264"/>
            <ac:spMk id="12" creationId="{854E1388-D002-05BB-28FE-0CCA12267F14}"/>
          </ac:spMkLst>
        </pc:spChg>
        <pc:spChg chg="add mod ord">
          <ac:chgData name="Jose Mariano Sanchez Figueroa" userId="S::n00373960@upn.pe::fe4d3394-606a-4671-a1a2-c3c71c93f531" providerId="AD" clId="Web-{75CB4CDB-09C1-C94B-6BF5-0C976441178B}" dt="2025-10-23T21:51:52.353" v="161" actId="1076"/>
          <ac:spMkLst>
            <pc:docMk/>
            <pc:sldMk cId="0" sldId="264"/>
            <ac:spMk id="13" creationId="{664AE211-771C-4271-42D0-A89D4CFD3B06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44:39.275" v="58" actId="1076"/>
          <ac:spMkLst>
            <pc:docMk/>
            <pc:sldMk cId="0" sldId="264"/>
            <ac:spMk id="15" creationId="{B14FEFF7-8198-A319-677F-F90A436617DF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44:56.526" v="72" actId="20577"/>
          <ac:spMkLst>
            <pc:docMk/>
            <pc:sldMk cId="0" sldId="264"/>
            <ac:spMk id="16" creationId="{EAEED223-9672-386C-CAD1-1CC5806EDC2C}"/>
          </ac:spMkLst>
        </pc:spChg>
        <pc:spChg chg="add del mod">
          <ac:chgData name="Jose Mariano Sanchez Figueroa" userId="S::n00373960@upn.pe::fe4d3394-606a-4671-a1a2-c3c71c93f531" providerId="AD" clId="Web-{75CB4CDB-09C1-C94B-6BF5-0C976441178B}" dt="2025-10-23T21:49:35.626" v="130"/>
          <ac:spMkLst>
            <pc:docMk/>
            <pc:sldMk cId="0" sldId="264"/>
            <ac:spMk id="17" creationId="{8792EF4A-1295-2FF2-F425-75F8FB8387D2}"/>
          </ac:spMkLst>
        </pc:spChg>
        <pc:spChg chg="add del mod ord">
          <ac:chgData name="Jose Mariano Sanchez Figueroa" userId="S::n00373960@upn.pe::fe4d3394-606a-4671-a1a2-c3c71c93f531" providerId="AD" clId="Web-{75CB4CDB-09C1-C94B-6BF5-0C976441178B}" dt="2025-10-23T21:49:35.204" v="129"/>
          <ac:spMkLst>
            <pc:docMk/>
            <pc:sldMk cId="0" sldId="264"/>
            <ac:spMk id="18" creationId="{A0685F7F-3999-3429-BF10-8B86941E9C92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2:07.604" v="175" actId="14100"/>
          <ac:spMkLst>
            <pc:docMk/>
            <pc:sldMk cId="0" sldId="264"/>
            <ac:spMk id="22" creationId="{BAA4875F-0343-95A8-940D-0115AE9BD482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4:16.031" v="255" actId="14100"/>
          <ac:spMkLst>
            <pc:docMk/>
            <pc:sldMk cId="0" sldId="264"/>
            <ac:spMk id="24" creationId="{F41C2CAB-3911-5EC9-C596-35E822E73B54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4:14.172" v="254" actId="14100"/>
          <ac:spMkLst>
            <pc:docMk/>
            <pc:sldMk cId="0" sldId="264"/>
            <ac:spMk id="26" creationId="{C764E39D-C94B-4264-D5B3-1306BD21FF5F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4:12.515" v="253" actId="14100"/>
          <ac:spMkLst>
            <pc:docMk/>
            <pc:sldMk cId="0" sldId="264"/>
            <ac:spMk id="28" creationId="{31201B57-199D-1BF0-0459-AE3765A41F51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4:10.515" v="252" actId="14100"/>
          <ac:spMkLst>
            <pc:docMk/>
            <pc:sldMk cId="0" sldId="264"/>
            <ac:spMk id="30" creationId="{36A8CDF8-995B-7D33-ABA8-3FDDF7F95D1B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4:46.173" v="262" actId="14100"/>
          <ac:spMkLst>
            <pc:docMk/>
            <pc:sldMk cId="0" sldId="264"/>
            <ac:spMk id="32" creationId="{685278F4-8370-E315-064F-492124DC56A2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2:04.073" v="173" actId="14100"/>
          <ac:spMkLst>
            <pc:docMk/>
            <pc:sldMk cId="0" sldId="264"/>
            <ac:spMk id="34" creationId="{FEA04AD6-7977-7C5C-F94B-BFA98C554DFB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2:31.402" v="197" actId="20577"/>
          <ac:spMkLst>
            <pc:docMk/>
            <pc:sldMk cId="0" sldId="264"/>
            <ac:spMk id="35" creationId="{2DFBA21E-403E-9AE9-AE4F-C6B6EF9CA769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3:23.076" v="223" actId="1076"/>
          <ac:spMkLst>
            <pc:docMk/>
            <pc:sldMk cId="0" sldId="264"/>
            <ac:spMk id="36" creationId="{F175A6F3-916A-7BB6-8856-933BA6AF49FE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3:34.030" v="239" actId="20577"/>
          <ac:spMkLst>
            <pc:docMk/>
            <pc:sldMk cId="0" sldId="264"/>
            <ac:spMk id="37" creationId="{DB9BC380-B4B5-BBB0-785C-B3624822B056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3:53.046" v="244" actId="20577"/>
          <ac:spMkLst>
            <pc:docMk/>
            <pc:sldMk cId="0" sldId="264"/>
            <ac:spMk id="38" creationId="{9FE92767-3D0F-ADAC-941E-A119BF5E6729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1:54:43.516" v="261" actId="20577"/>
          <ac:spMkLst>
            <pc:docMk/>
            <pc:sldMk cId="0" sldId="264"/>
            <ac:spMk id="39" creationId="{DDD74116-B46E-7C4D-AB00-DC9596546D9A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3:55.668" v="367" actId="1076"/>
          <ac:spMkLst>
            <pc:docMk/>
            <pc:sldMk cId="0" sldId="264"/>
            <ac:spMk id="42" creationId="{FD4E356A-0AEC-6C92-8FA1-21AC22945FCC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3:06.573" v="350" actId="1076"/>
          <ac:spMkLst>
            <pc:docMk/>
            <pc:sldMk cId="0" sldId="264"/>
            <ac:spMk id="43" creationId="{D55A6316-7E0B-2F5A-9030-2A4CC25B49D3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3:12.745" v="356" actId="20577"/>
          <ac:spMkLst>
            <pc:docMk/>
            <pc:sldMk cId="0" sldId="264"/>
            <ac:spMk id="44" creationId="{5B8FB884-3C42-74AE-6C5B-ABE80D128925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3:19.683" v="363" actId="20577"/>
          <ac:spMkLst>
            <pc:docMk/>
            <pc:sldMk cId="0" sldId="264"/>
            <ac:spMk id="45" creationId="{97C59597-0D40-CCAF-BA93-303EC61E9648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3:57.715" v="368" actId="1076"/>
          <ac:spMkLst>
            <pc:docMk/>
            <pc:sldMk cId="0" sldId="264"/>
            <ac:spMk id="47" creationId="{992193B0-B037-4D79-2662-83BB47A8CF48}"/>
          </ac:spMkLst>
        </pc:spChg>
        <pc:spChg chg="add mod">
          <ac:chgData name="Jose Mariano Sanchez Figueroa" userId="S::n00373960@upn.pe::fe4d3394-606a-4671-a1a2-c3c71c93f531" providerId="AD" clId="Web-{75CB4CDB-09C1-C94B-6BF5-0C976441178B}" dt="2025-10-23T22:05:37.466" v="435" actId="14100"/>
          <ac:spMkLst>
            <pc:docMk/>
            <pc:sldMk cId="0" sldId="264"/>
            <ac:spMk id="49" creationId="{B57C787C-EB55-55CB-55CB-0E27EDC6BA0F}"/>
          </ac:spMkLst>
        </pc:spChg>
      </pc:sldChg>
    </pc:docChg>
  </pc:docChgLst>
  <pc:docChgLst>
    <pc:chgData name="Jose Mariano Sanchez Figueroa" userId="S::n00373960@upn.pe::fe4d3394-606a-4671-a1a2-c3c71c93f531" providerId="AD" clId="Web-{B257BD14-BE7C-8A5F-CFE3-798669FC9149}"/>
    <pc:docChg chg="addSld modSld sldOrd">
      <pc:chgData name="Jose Mariano Sanchez Figueroa" userId="S::n00373960@upn.pe::fe4d3394-606a-4671-a1a2-c3c71c93f531" providerId="AD" clId="Web-{B257BD14-BE7C-8A5F-CFE3-798669FC9149}" dt="2025-11-07T20:18:37.557" v="193" actId="1076"/>
      <pc:docMkLst>
        <pc:docMk/>
      </pc:docMkLst>
      <pc:sldChg chg="addSp delSp modSp ord">
        <pc:chgData name="Jose Mariano Sanchez Figueroa" userId="S::n00373960@upn.pe::fe4d3394-606a-4671-a1a2-c3c71c93f531" providerId="AD" clId="Web-{B257BD14-BE7C-8A5F-CFE3-798669FC9149}" dt="2025-11-07T20:18:37.557" v="193" actId="1076"/>
        <pc:sldMkLst>
          <pc:docMk/>
          <pc:sldMk cId="0" sldId="266"/>
        </pc:sldMkLst>
        <pc:spChg chg="mod">
          <ac:chgData name="Jose Mariano Sanchez Figueroa" userId="S::n00373960@upn.pe::fe4d3394-606a-4671-a1a2-c3c71c93f531" providerId="AD" clId="Web-{B257BD14-BE7C-8A5F-CFE3-798669FC9149}" dt="2025-11-07T20:08:31.488" v="21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B257BD14-BE7C-8A5F-CFE3-798669FC9149}" dt="2025-11-07T20:17:56.478" v="174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B257BD14-BE7C-8A5F-CFE3-798669FC9149}" dt="2025-11-07T20:18:25.213" v="192" actId="20577"/>
          <ac:spMkLst>
            <pc:docMk/>
            <pc:sldMk cId="0" sldId="266"/>
            <ac:spMk id="7" creationId="{00000000-0000-0000-0000-000000000000}"/>
          </ac:spMkLst>
        </pc:spChg>
        <pc:spChg chg="add">
          <ac:chgData name="Jose Mariano Sanchez Figueroa" userId="S::n00373960@upn.pe::fe4d3394-606a-4671-a1a2-c3c71c93f531" providerId="AD" clId="Web-{B257BD14-BE7C-8A5F-CFE3-798669FC9149}" dt="2025-11-07T20:08:48.068" v="24"/>
          <ac:spMkLst>
            <pc:docMk/>
            <pc:sldMk cId="0" sldId="266"/>
            <ac:spMk id="12" creationId="{D87F9B4A-1984-5126-1A51-A256F50174B9}"/>
          </ac:spMkLst>
        </pc:spChg>
        <pc:spChg chg="add mod">
          <ac:chgData name="Jose Mariano Sanchez Figueroa" userId="S::n00373960@upn.pe::fe4d3394-606a-4671-a1a2-c3c71c93f531" providerId="AD" clId="Web-{B257BD14-BE7C-8A5F-CFE3-798669FC9149}" dt="2025-11-07T20:09:53.837" v="82" actId="20577"/>
          <ac:spMkLst>
            <pc:docMk/>
            <pc:sldMk cId="0" sldId="266"/>
            <ac:spMk id="14" creationId="{9BB9783F-4DFC-B4A2-B83A-BAA0CF9D4BF8}"/>
          </ac:spMkLst>
        </pc:spChg>
        <pc:spChg chg="add mod">
          <ac:chgData name="Jose Mariano Sanchez Figueroa" userId="S::n00373960@upn.pe::fe4d3394-606a-4671-a1a2-c3c71c93f531" providerId="AD" clId="Web-{B257BD14-BE7C-8A5F-CFE3-798669FC9149}" dt="2025-11-07T20:17:56.509" v="176" actId="1076"/>
          <ac:spMkLst>
            <pc:docMk/>
            <pc:sldMk cId="0" sldId="266"/>
            <ac:spMk id="16" creationId="{D3F3AB9D-D7AA-75CF-BA2F-C225753EC9EF}"/>
          </ac:spMkLst>
        </pc:spChg>
        <pc:spChg chg="add mod">
          <ac:chgData name="Jose Mariano Sanchez Figueroa" userId="S::n00373960@upn.pe::fe4d3394-606a-4671-a1a2-c3c71c93f531" providerId="AD" clId="Web-{B257BD14-BE7C-8A5F-CFE3-798669FC9149}" dt="2025-11-07T20:17:56.509" v="177" actId="1076"/>
          <ac:spMkLst>
            <pc:docMk/>
            <pc:sldMk cId="0" sldId="266"/>
            <ac:spMk id="17" creationId="{7DA52C07-F5F9-83E8-6390-8EAB18E5111C}"/>
          </ac:spMkLst>
        </pc:spChg>
        <pc:spChg chg="add mod">
          <ac:chgData name="Jose Mariano Sanchez Figueroa" userId="S::n00373960@upn.pe::fe4d3394-606a-4671-a1a2-c3c71c93f531" providerId="AD" clId="Web-{B257BD14-BE7C-8A5F-CFE3-798669FC9149}" dt="2025-11-07T20:18:37.557" v="193" actId="1076"/>
          <ac:spMkLst>
            <pc:docMk/>
            <pc:sldMk cId="0" sldId="266"/>
            <ac:spMk id="19" creationId="{1CCB9D4D-D2F2-F092-468F-A677CA124F57}"/>
          </ac:spMkLst>
        </pc:spChg>
        <pc:spChg chg="add mod">
          <ac:chgData name="Jose Mariano Sanchez Figueroa" userId="S::n00373960@upn.pe::fe4d3394-606a-4671-a1a2-c3c71c93f531" providerId="AD" clId="Web-{B257BD14-BE7C-8A5F-CFE3-798669FC9149}" dt="2025-11-07T20:17:56.540" v="179" actId="1076"/>
          <ac:spMkLst>
            <pc:docMk/>
            <pc:sldMk cId="0" sldId="266"/>
            <ac:spMk id="21" creationId="{7E815D7D-556B-4055-6E75-EBD2186086AB}"/>
          </ac:spMkLst>
        </pc:spChg>
        <pc:spChg chg="add">
          <ac:chgData name="Jose Mariano Sanchez Figueroa" userId="S::n00373960@upn.pe::fe4d3394-606a-4671-a1a2-c3c71c93f531" providerId="AD" clId="Web-{B257BD14-BE7C-8A5F-CFE3-798669FC9149}" dt="2025-11-07T20:17:23.477" v="171"/>
          <ac:spMkLst>
            <pc:docMk/>
            <pc:sldMk cId="0" sldId="266"/>
            <ac:spMk id="23" creationId="{854CF034-1D52-BC9F-3ACE-21ED21AC3C18}"/>
          </ac:spMkLst>
        </pc:spChg>
        <pc:spChg chg="add mod">
          <ac:chgData name="Jose Mariano Sanchez Figueroa" userId="S::n00373960@upn.pe::fe4d3394-606a-4671-a1a2-c3c71c93f531" providerId="AD" clId="Web-{B257BD14-BE7C-8A5F-CFE3-798669FC9149}" dt="2025-11-07T20:17:46.462" v="173" actId="1076"/>
          <ac:spMkLst>
            <pc:docMk/>
            <pc:sldMk cId="0" sldId="266"/>
            <ac:spMk id="25" creationId="{0322E0F0-8B05-6978-09C2-26C6E52D6C92}"/>
          </ac:spMkLst>
        </pc:spChg>
      </pc:sldChg>
      <pc:sldChg chg="add">
        <pc:chgData name="Jose Mariano Sanchez Figueroa" userId="S::n00373960@upn.pe::fe4d3394-606a-4671-a1a2-c3c71c93f531" providerId="AD" clId="Web-{B257BD14-BE7C-8A5F-CFE3-798669FC9149}" dt="2025-11-07T20:08:05.580" v="0"/>
        <pc:sldMkLst>
          <pc:docMk/>
          <pc:sldMk cId="2305328143" sldId="268"/>
        </pc:sldMkLst>
      </pc:sldChg>
    </pc:docChg>
  </pc:docChgLst>
  <pc:docChgLst>
    <pc:chgData name="Jose Mariano Sanchez Figueroa" userId="S::n00373960@upn.pe::fe4d3394-606a-4671-a1a2-c3c71c93f531" providerId="AD" clId="Web-{8183C7E9-7DFF-6E17-AB02-CB35ED5DF668}"/>
    <pc:docChg chg="delSld modSld">
      <pc:chgData name="Jose Mariano Sanchez Figueroa" userId="S::n00373960@upn.pe::fe4d3394-606a-4671-a1a2-c3c71c93f531" providerId="AD" clId="Web-{8183C7E9-7DFF-6E17-AB02-CB35ED5DF668}" dt="2025-10-24T00:23:10.683" v="850" actId="1076"/>
      <pc:docMkLst>
        <pc:docMk/>
      </pc:docMkLst>
      <pc:sldChg chg="addSp delSp modSp">
        <pc:chgData name="Jose Mariano Sanchez Figueroa" userId="S::n00373960@upn.pe::fe4d3394-606a-4671-a1a2-c3c71c93f531" providerId="AD" clId="Web-{8183C7E9-7DFF-6E17-AB02-CB35ED5DF668}" dt="2025-10-23T23:37:45.317" v="517" actId="14100"/>
        <pc:sldMkLst>
          <pc:docMk/>
          <pc:sldMk cId="0" sldId="257"/>
        </pc:sldMkLst>
        <pc:spChg chg="mod">
          <ac:chgData name="Jose Mariano Sanchez Figueroa" userId="S::n00373960@upn.pe::fe4d3394-606a-4671-a1a2-c3c71c93f531" providerId="AD" clId="Web-{8183C7E9-7DFF-6E17-AB02-CB35ED5DF668}" dt="2025-10-23T23:37:45.317" v="517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24:16.860" v="317" actId="20577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5:37.099" v="382" actId="14100"/>
          <ac:spMkLst>
            <pc:docMk/>
            <pc:sldMk cId="0" sldId="257"/>
            <ac:spMk id="10" creationId="{D0F31F3A-F938-D7CC-0037-9C56A6BCF86A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5:48.787" v="389" actId="14100"/>
          <ac:spMkLst>
            <pc:docMk/>
            <pc:sldMk cId="0" sldId="257"/>
            <ac:spMk id="11" creationId="{D5A191D9-42CF-E2BC-0FC7-ADFE1A52EA49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5:59.381" v="400" actId="14100"/>
          <ac:spMkLst>
            <pc:docMk/>
            <pc:sldMk cId="0" sldId="257"/>
            <ac:spMk id="12" creationId="{A449A518-74FE-294B-E341-70F7A77F4678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6:09.663" v="407" actId="14100"/>
          <ac:spMkLst>
            <pc:docMk/>
            <pc:sldMk cId="0" sldId="257"/>
            <ac:spMk id="13" creationId="{93EA2399-9E47-121E-E051-6CFC10FE02B2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6:17.179" v="412" actId="14100"/>
          <ac:spMkLst>
            <pc:docMk/>
            <pc:sldMk cId="0" sldId="257"/>
            <ac:spMk id="14" creationId="{6829A0AB-D7C5-B4AE-1848-E48C6F9F94C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6:21.382" v="416" actId="14100"/>
          <ac:spMkLst>
            <pc:docMk/>
            <pc:sldMk cId="0" sldId="257"/>
            <ac:spMk id="15" creationId="{CAA6AAA8-4E3B-171B-22E0-0AE731FAC9A4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6:46.680" v="428" actId="20577"/>
          <ac:spMkLst>
            <pc:docMk/>
            <pc:sldMk cId="0" sldId="257"/>
            <ac:spMk id="17" creationId="{BB06D071-69AA-C117-C9EE-D5D1B48080BC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3:34.620" v="482" actId="1076"/>
          <ac:spMkLst>
            <pc:docMk/>
            <pc:sldMk cId="0" sldId="257"/>
            <ac:spMk id="19" creationId="{1D961A3A-2B59-5C9F-4F37-9DA42F4244C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3:37.307" v="483" actId="1076"/>
          <ac:spMkLst>
            <pc:docMk/>
            <pc:sldMk cId="0" sldId="257"/>
            <ac:spMk id="21" creationId="{17C2AE89-6B6A-B36F-B5FB-1FD5D5F3ACB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3:40.401" v="484" actId="1076"/>
          <ac:spMkLst>
            <pc:docMk/>
            <pc:sldMk cId="0" sldId="257"/>
            <ac:spMk id="23" creationId="{5FB3A82A-5A25-00E0-2706-A52A1ADFCEC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3:42.808" v="485" actId="1076"/>
          <ac:spMkLst>
            <pc:docMk/>
            <pc:sldMk cId="0" sldId="257"/>
            <ac:spMk id="25" creationId="{A40B0FEF-7061-F61D-5119-198E85B2297A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3:23.635" v="479" actId="1076"/>
          <ac:spMkLst>
            <pc:docMk/>
            <pc:sldMk cId="0" sldId="257"/>
            <ac:spMk id="26" creationId="{A1D13011-6F23-FFE0-DE6F-601B3E70892D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5:24.812" v="502" actId="1076"/>
          <ac:spMkLst>
            <pc:docMk/>
            <pc:sldMk cId="0" sldId="257"/>
            <ac:spMk id="28" creationId="{7B3AD082-9422-1E35-0E46-DABA558F864E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5:29.531" v="505" actId="14100"/>
          <ac:spMkLst>
            <pc:docMk/>
            <pc:sldMk cId="0" sldId="257"/>
            <ac:spMk id="32" creationId="{D35E2888-61C1-43D8-D65C-5684535271E9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37:22.113" v="515" actId="20577"/>
          <ac:spMkLst>
            <pc:docMk/>
            <pc:sldMk cId="0" sldId="257"/>
            <ac:spMk id="33" creationId="{ED552EEB-00FA-854D-2F13-96E184DF57D1}"/>
          </ac:spMkLst>
        </pc:spChg>
        <pc:cxnChg chg="add mod">
          <ac:chgData name="Jose Mariano Sanchez Figueroa" userId="S::n00373960@upn.pe::fe4d3394-606a-4671-a1a2-c3c71c93f531" providerId="AD" clId="Web-{8183C7E9-7DFF-6E17-AB02-CB35ED5DF668}" dt="2025-10-23T23:34:54.686" v="500" actId="1076"/>
          <ac:cxnSpMkLst>
            <pc:docMk/>
            <pc:sldMk cId="0" sldId="257"/>
            <ac:cxnSpMk id="29" creationId="{EFDE158E-D8DF-1470-8777-946522A534DF}"/>
          </ac:cxnSpMkLst>
        </pc:cxnChg>
        <pc:cxnChg chg="add mod">
          <ac:chgData name="Jose Mariano Sanchez Figueroa" userId="S::n00373960@upn.pe::fe4d3394-606a-4671-a1a2-c3c71c93f531" providerId="AD" clId="Web-{8183C7E9-7DFF-6E17-AB02-CB35ED5DF668}" dt="2025-10-23T23:34:43.576" v="496" actId="1076"/>
          <ac:cxnSpMkLst>
            <pc:docMk/>
            <pc:sldMk cId="0" sldId="257"/>
            <ac:cxnSpMk id="30" creationId="{6C46158A-F95B-3579-28F7-99BDBAD2963E}"/>
          </ac:cxnSpMkLst>
        </pc:cxnChg>
      </pc:sldChg>
      <pc:sldChg chg="addSp modSp">
        <pc:chgData name="Jose Mariano Sanchez Figueroa" userId="S::n00373960@upn.pe::fe4d3394-606a-4671-a1a2-c3c71c93f531" providerId="AD" clId="Web-{8183C7E9-7DFF-6E17-AB02-CB35ED5DF668}" dt="2025-10-23T23:23:26.823" v="288" actId="20577"/>
        <pc:sldMkLst>
          <pc:docMk/>
          <pc:sldMk cId="0" sldId="258"/>
        </pc:sldMkLst>
        <pc:spChg chg="mod">
          <ac:chgData name="Jose Mariano Sanchez Figueroa" userId="S::n00373960@upn.pe::fe4d3394-606a-4671-a1a2-c3c71c93f531" providerId="AD" clId="Web-{8183C7E9-7DFF-6E17-AB02-CB35ED5DF668}" dt="2025-10-23T23:23:26.823" v="288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06:39.629" v="17" actId="1076"/>
          <ac:spMkLst>
            <pc:docMk/>
            <pc:sldMk cId="0" sldId="258"/>
            <ac:spMk id="13" creationId="{A8742890-0DD5-6808-6C23-BBD123AB58EE}"/>
          </ac:spMkLst>
        </pc:spChg>
      </pc:sldChg>
      <pc:sldChg chg="addSp delSp modSp">
        <pc:chgData name="Jose Mariano Sanchez Figueroa" userId="S::n00373960@upn.pe::fe4d3394-606a-4671-a1a2-c3c71c93f531" providerId="AD" clId="Web-{8183C7E9-7DFF-6E17-AB02-CB35ED5DF668}" dt="2025-10-23T23:23:55.373" v="301" actId="14100"/>
        <pc:sldMkLst>
          <pc:docMk/>
          <pc:sldMk cId="0" sldId="259"/>
        </pc:sldMkLst>
        <pc:spChg chg="mod">
          <ac:chgData name="Jose Mariano Sanchez Figueroa" userId="S::n00373960@upn.pe::fe4d3394-606a-4671-a1a2-c3c71c93f531" providerId="AD" clId="Web-{8183C7E9-7DFF-6E17-AB02-CB35ED5DF668}" dt="2025-10-23T23:22:12.359" v="275" actId="1076"/>
          <ac:spMkLst>
            <pc:docMk/>
            <pc:sldMk cId="0" sldId="259"/>
            <ac:spMk id="2" creationId="{3845B7C8-8E9B-FEC1-7FCB-DED184AAE2C8}"/>
          </ac:spMkLst>
        </pc:spChg>
        <pc:spChg chg="add del mod">
          <ac:chgData name="Jose Mariano Sanchez Figueroa" userId="S::n00373960@upn.pe::fe4d3394-606a-4671-a1a2-c3c71c93f531" providerId="AD" clId="Web-{8183C7E9-7DFF-6E17-AB02-CB35ED5DF668}" dt="2025-10-23T23:23:55.373" v="301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19:09.139" v="202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22:20.704" v="276" actId="1076"/>
          <ac:spMkLst>
            <pc:docMk/>
            <pc:sldMk cId="0" sldId="259"/>
            <ac:spMk id="7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170" v="204" actId="1076"/>
          <ac:spMkLst>
            <pc:docMk/>
            <pc:sldMk cId="0" sldId="259"/>
            <ac:spMk id="10" creationId="{CD7EE141-73A0-DA50-100B-E5B4D1FE20E2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170" v="205" actId="1076"/>
          <ac:spMkLst>
            <pc:docMk/>
            <pc:sldMk cId="0" sldId="259"/>
            <ac:spMk id="11" creationId="{E363E04F-8669-3B4A-3D4C-F56BA264399D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186" v="206" actId="1076"/>
          <ac:spMkLst>
            <pc:docMk/>
            <pc:sldMk cId="0" sldId="259"/>
            <ac:spMk id="14" creationId="{CFEAEF06-30BD-65BB-59D5-75657C84DEC2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21:46.312" v="255" actId="1076"/>
          <ac:spMkLst>
            <pc:docMk/>
            <pc:sldMk cId="0" sldId="259"/>
            <ac:spMk id="16" creationId="{CDF5E666-4824-924C-88E4-679F05C49239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201" v="207" actId="1076"/>
          <ac:spMkLst>
            <pc:docMk/>
            <pc:sldMk cId="0" sldId="259"/>
            <ac:spMk id="17" creationId="{92641D59-100E-902E-B1DE-9E347E2C9892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217" v="208" actId="1076"/>
          <ac:spMkLst>
            <pc:docMk/>
            <pc:sldMk cId="0" sldId="259"/>
            <ac:spMk id="18" creationId="{4358443A-245C-D12B-622A-85E25CEC812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217" v="209" actId="1076"/>
          <ac:spMkLst>
            <pc:docMk/>
            <pc:sldMk cId="0" sldId="259"/>
            <ac:spMk id="19" creationId="{1B42B4FD-DD04-216D-21C0-E6FDABC57C3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9:09.233" v="210" actId="1076"/>
          <ac:spMkLst>
            <pc:docMk/>
            <pc:sldMk cId="0" sldId="259"/>
            <ac:spMk id="20" creationId="{68CA49BF-C212-6F86-7A25-30249901A88D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19:39.077" v="211" actId="1076"/>
          <ac:spMkLst>
            <pc:docMk/>
            <pc:sldMk cId="0" sldId="259"/>
            <ac:spMk id="21" creationId="{50913368-3B70-99EA-6C10-6249E51458C8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1:06.655" v="233" actId="1076"/>
          <ac:spMkLst>
            <pc:docMk/>
            <pc:sldMk cId="0" sldId="259"/>
            <ac:spMk id="24" creationId="{B60B0B5C-5254-0129-7018-45AFAB8F280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22:04.421" v="272" actId="20577"/>
          <ac:spMkLst>
            <pc:docMk/>
            <pc:sldMk cId="0" sldId="259"/>
            <ac:spMk id="26" creationId="{70D0DA12-C0E4-65F4-846F-83FE6AEE6AF3}"/>
          </ac:spMkLst>
        </pc:spChg>
      </pc:sldChg>
      <pc:sldChg chg="addSp delSp modSp">
        <pc:chgData name="Jose Mariano Sanchez Figueroa" userId="S::n00373960@upn.pe::fe4d3394-606a-4671-a1a2-c3c71c93f531" providerId="AD" clId="Web-{8183C7E9-7DFF-6E17-AB02-CB35ED5DF668}" dt="2025-10-23T23:10:03.881" v="42" actId="1076"/>
        <pc:sldMkLst>
          <pc:docMk/>
          <pc:sldMk cId="0" sldId="262"/>
        </pc:sldMkLst>
        <pc:spChg chg="mod">
          <ac:chgData name="Jose Mariano Sanchez Figueroa" userId="S::n00373960@upn.pe::fe4d3394-606a-4671-a1a2-c3c71c93f531" providerId="AD" clId="Web-{8183C7E9-7DFF-6E17-AB02-CB35ED5DF668}" dt="2025-10-23T23:09:07.131" v="21" actId="14100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0:03.881" v="42" actId="1076"/>
          <ac:spMkLst>
            <pc:docMk/>
            <pc:sldMk cId="0" sldId="262"/>
            <ac:spMk id="30" creationId="{43048089-3389-DF63-1023-7849006768ED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09:57.272" v="39" actId="1076"/>
          <ac:spMkLst>
            <pc:docMk/>
            <pc:sldMk cId="0" sldId="262"/>
            <ac:spMk id="31" creationId="{E365F9EA-A1E7-506B-6488-A1AD61AC386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09:57.288" v="40" actId="1076"/>
          <ac:spMkLst>
            <pc:docMk/>
            <pc:sldMk cId="0" sldId="262"/>
            <ac:spMk id="32" creationId="{A019C4C7-285C-7BF2-7573-95C4E7394162}"/>
          </ac:spMkLst>
        </pc:spChg>
      </pc:sldChg>
      <pc:sldChg chg="addSp modSp">
        <pc:chgData name="Jose Mariano Sanchez Figueroa" userId="S::n00373960@upn.pe::fe4d3394-606a-4671-a1a2-c3c71c93f531" providerId="AD" clId="Web-{8183C7E9-7DFF-6E17-AB02-CB35ED5DF668}" dt="2025-10-23T23:14:04.540" v="83" actId="1076"/>
        <pc:sldMkLst>
          <pc:docMk/>
          <pc:sldMk cId="0" sldId="263"/>
        </pc:sldMkLst>
        <pc:spChg chg="mod">
          <ac:chgData name="Jose Mariano Sanchez Figueroa" userId="S::n00373960@upn.pe::fe4d3394-606a-4671-a1a2-c3c71c93f531" providerId="AD" clId="Web-{8183C7E9-7DFF-6E17-AB02-CB35ED5DF668}" dt="2025-10-23T23:10:33.507" v="49" actId="14100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0:12.460" v="46" actId="1076"/>
          <ac:spMkLst>
            <pc:docMk/>
            <pc:sldMk cId="0" sldId="263"/>
            <ac:spMk id="6" creationId="{1771A15A-9D67-FB9D-8BBC-2E7909B14012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0:12.475" v="47" actId="1076"/>
          <ac:spMkLst>
            <pc:docMk/>
            <pc:sldMk cId="0" sldId="263"/>
            <ac:spMk id="13" creationId="{72B4CCEA-C3BD-2E69-9475-36AD682E25E0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3T23:10:12.491" v="48" actId="1076"/>
          <ac:spMkLst>
            <pc:docMk/>
            <pc:sldMk cId="0" sldId="263"/>
            <ac:spMk id="17" creationId="{A7D88A85-8289-A388-465D-BEBCE03973B9}"/>
          </ac:spMkLst>
        </pc:spChg>
        <pc:spChg chg="add">
          <ac:chgData name="Jose Mariano Sanchez Figueroa" userId="S::n00373960@upn.pe::fe4d3394-606a-4671-a1a2-c3c71c93f531" providerId="AD" clId="Web-{8183C7E9-7DFF-6E17-AB02-CB35ED5DF668}" dt="2025-10-23T23:13:03.961" v="79"/>
          <ac:spMkLst>
            <pc:docMk/>
            <pc:sldMk cId="0" sldId="263"/>
            <ac:spMk id="19" creationId="{39B491C6-15CE-6ADF-61B4-C5721C97C16F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14:01.384" v="82" actId="1076"/>
          <ac:spMkLst>
            <pc:docMk/>
            <pc:sldMk cId="0" sldId="263"/>
            <ac:spMk id="58" creationId="{D1265AB5-C166-7D5E-9C7C-414A0007EA34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14:04.540" v="83" actId="1076"/>
          <ac:spMkLst>
            <pc:docMk/>
            <pc:sldMk cId="0" sldId="263"/>
            <ac:spMk id="63" creationId="{8CBEE426-06DB-3F6E-4E15-DEFECBF52DAD}"/>
          </ac:spMkLst>
        </pc:spChg>
      </pc:sldChg>
      <pc:sldChg chg="addSp modSp">
        <pc:chgData name="Jose Mariano Sanchez Figueroa" userId="S::n00373960@upn.pe::fe4d3394-606a-4671-a1a2-c3c71c93f531" providerId="AD" clId="Web-{8183C7E9-7DFF-6E17-AB02-CB35ED5DF668}" dt="2025-10-23T23:12:56.664" v="78" actId="14100"/>
        <pc:sldMkLst>
          <pc:docMk/>
          <pc:sldMk cId="0" sldId="264"/>
        </pc:sldMkLst>
        <pc:spChg chg="add mod">
          <ac:chgData name="Jose Mariano Sanchez Figueroa" userId="S::n00373960@upn.pe::fe4d3394-606a-4671-a1a2-c3c71c93f531" providerId="AD" clId="Web-{8183C7E9-7DFF-6E17-AB02-CB35ED5DF668}" dt="2025-10-23T23:12:56.664" v="78" actId="14100"/>
          <ac:spMkLst>
            <pc:docMk/>
            <pc:sldMk cId="0" sldId="264"/>
            <ac:spMk id="2" creationId="{08216AF9-1FE0-C12F-DD57-C45CA5D80924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3T23:10:45.288" v="50" actId="14100"/>
          <ac:spMkLst>
            <pc:docMk/>
            <pc:sldMk cId="0" sldId="264"/>
            <ac:spMk id="4" creationId="{00000000-0000-0000-0000-000000000000}"/>
          </ac:spMkLst>
        </pc:spChg>
      </pc:sldChg>
      <pc:sldChg chg="addSp delSp modSp">
        <pc:chgData name="Jose Mariano Sanchez Figueroa" userId="S::n00373960@upn.pe::fe4d3394-606a-4671-a1a2-c3c71c93f531" providerId="AD" clId="Web-{8183C7E9-7DFF-6E17-AB02-CB35ED5DF668}" dt="2025-10-24T00:23:10.683" v="850" actId="1076"/>
        <pc:sldMkLst>
          <pc:docMk/>
          <pc:sldMk cId="2344288349" sldId="267"/>
        </pc:sldMkLst>
        <pc:spChg chg="add mod">
          <ac:chgData name="Jose Mariano Sanchez Figueroa" userId="S::n00373960@upn.pe::fe4d3394-606a-4671-a1a2-c3c71c93f531" providerId="AD" clId="Web-{8183C7E9-7DFF-6E17-AB02-CB35ED5DF668}" dt="2025-10-24T00:20:47.348" v="823" actId="1076"/>
          <ac:spMkLst>
            <pc:docMk/>
            <pc:sldMk cId="2344288349" sldId="267"/>
            <ac:spMk id="5" creationId="{28B814D7-ED47-F9BA-905C-0CCB259A7713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21:24.021" v="838" actId="20577"/>
          <ac:spMkLst>
            <pc:docMk/>
            <pc:sldMk cId="2344288349" sldId="267"/>
            <ac:spMk id="7" creationId="{FE64F004-CBB2-9F8F-7C66-658C22C40A13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23:01.633" v="846" actId="1076"/>
          <ac:spMkLst>
            <pc:docMk/>
            <pc:sldMk cId="2344288349" sldId="267"/>
            <ac:spMk id="11" creationId="{88F0DA1B-B390-2287-8E05-08D379730737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23:06.415" v="848" actId="1076"/>
          <ac:spMkLst>
            <pc:docMk/>
            <pc:sldMk cId="2344288349" sldId="267"/>
            <ac:spMk id="15" creationId="{88AFD2EB-3A0A-582A-3F51-5DBFA67F6596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14:46.933" v="715" actId="1076"/>
          <ac:spMkLst>
            <pc:docMk/>
            <pc:sldMk cId="2344288349" sldId="267"/>
            <ac:spMk id="18" creationId="{0E02CED5-19E2-1B1E-ECD7-CBD48285BA38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20:29.395" v="815" actId="14100"/>
          <ac:spMkLst>
            <pc:docMk/>
            <pc:sldMk cId="2344288349" sldId="267"/>
            <ac:spMk id="23" creationId="{39611377-E185-3F4C-FF96-67CA1C9149F2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15:38.815" v="731" actId="1076"/>
          <ac:spMkLst>
            <pc:docMk/>
            <pc:sldMk cId="2344288349" sldId="267"/>
            <ac:spMk id="24" creationId="{19F91966-6CC4-9291-57C0-0075BB1309F1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15:41.237" v="732" actId="14100"/>
          <ac:spMkLst>
            <pc:docMk/>
            <pc:sldMk cId="2344288349" sldId="267"/>
            <ac:spMk id="25" creationId="{3F12DB09-7FBD-255C-90A7-07F872C49CF7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22:12.335" v="839" actId="1076"/>
          <ac:spMkLst>
            <pc:docMk/>
            <pc:sldMk cId="2344288349" sldId="267"/>
            <ac:spMk id="26" creationId="{7EE51068-6E6B-25BF-0FDC-BBE638C3547F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22:15.445" v="840" actId="1076"/>
          <ac:spMkLst>
            <pc:docMk/>
            <pc:sldMk cId="2344288349" sldId="267"/>
            <ac:spMk id="27" creationId="{46012954-A0BE-E3B8-B1FB-BAA94207C523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23:10.683" v="850" actId="1076"/>
          <ac:spMkLst>
            <pc:docMk/>
            <pc:sldMk cId="2344288349" sldId="267"/>
            <ac:spMk id="29" creationId="{B00B6B65-2BE2-7AE1-C574-DE78C920CF81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11:14.903" v="648" actId="20577"/>
          <ac:spMkLst>
            <pc:docMk/>
            <pc:sldMk cId="2344288349" sldId="267"/>
            <ac:spMk id="37" creationId="{7E8CA2E3-E147-F401-47D1-4D418A3EF693}"/>
          </ac:spMkLst>
        </pc:spChg>
        <pc:spChg chg="mod">
          <ac:chgData name="Jose Mariano Sanchez Figueroa" userId="S::n00373960@upn.pe::fe4d3394-606a-4671-a1a2-c3c71c93f531" providerId="AD" clId="Web-{8183C7E9-7DFF-6E17-AB02-CB35ED5DF668}" dt="2025-10-24T00:07:09.370" v="544" actId="1076"/>
          <ac:spMkLst>
            <pc:docMk/>
            <pc:sldMk cId="2344288349" sldId="267"/>
            <ac:spMk id="39" creationId="{C503B5E0-00B2-A585-2DBB-970DF000A297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14:46.949" v="716" actId="1076"/>
          <ac:spMkLst>
            <pc:docMk/>
            <pc:sldMk cId="2344288349" sldId="267"/>
            <ac:spMk id="41" creationId="{F4706673-3E87-C6E6-235E-B6AE00A41D89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14:46.964" v="717" actId="1076"/>
          <ac:spMkLst>
            <pc:docMk/>
            <pc:sldMk cId="2344288349" sldId="267"/>
            <ac:spMk id="48" creationId="{11DB214C-B081-8C21-23FE-CF90FDD71E8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14:46.980" v="718" actId="1076"/>
          <ac:spMkLst>
            <pc:docMk/>
            <pc:sldMk cId="2344288349" sldId="267"/>
            <ac:spMk id="50" creationId="{AB943869-96AD-E601-B2E4-91F5ABE0D3AB}"/>
          </ac:spMkLst>
        </pc:spChg>
        <pc:spChg chg="add mod">
          <ac:chgData name="Jose Mariano Sanchez Figueroa" userId="S::n00373960@upn.pe::fe4d3394-606a-4671-a1a2-c3c71c93f531" providerId="AD" clId="Web-{8183C7E9-7DFF-6E17-AB02-CB35ED5DF668}" dt="2025-10-24T00:14:46.996" v="719" actId="1076"/>
          <ac:spMkLst>
            <pc:docMk/>
            <pc:sldMk cId="2344288349" sldId="267"/>
            <ac:spMk id="55" creationId="{F9A10693-EDB4-8E55-E4A9-EB09C57E6450}"/>
          </ac:spMkLst>
        </pc:spChg>
      </pc:sldChg>
    </pc:docChg>
  </pc:docChgLst>
  <pc:docChgLst>
    <pc:chgData name="Usuario invitado" userId="S::urn:spo:tenantanon#a14dc8e4-4d46-4e82-9663-6675ff0295ef::" providerId="AD" clId="Web-{93B631E2-C643-3462-C27D-1A9D092D1E89}"/>
    <pc:docChg chg="addSld modSld">
      <pc:chgData name="Usuario invitado" userId="S::urn:spo:tenantanon#a14dc8e4-4d46-4e82-9663-6675ff0295ef::" providerId="AD" clId="Web-{93B631E2-C643-3462-C27D-1A9D092D1E89}" dt="2025-10-24T00:13:23.544" v="240" actId="1076"/>
      <pc:docMkLst>
        <pc:docMk/>
      </pc:docMkLst>
      <pc:sldChg chg="modSp">
        <pc:chgData name="Usuario invitado" userId="S::urn:spo:tenantanon#a14dc8e4-4d46-4e82-9663-6675ff0295ef::" providerId="AD" clId="Web-{93B631E2-C643-3462-C27D-1A9D092D1E89}" dt="2025-10-23T23:39:30.404" v="0" actId="14100"/>
        <pc:sldMkLst>
          <pc:docMk/>
          <pc:sldMk cId="0" sldId="261"/>
        </pc:sldMkLst>
        <pc:spChg chg="mod">
          <ac:chgData name="Usuario invitado" userId="S::urn:spo:tenantanon#a14dc8e4-4d46-4e82-9663-6675ff0295ef::" providerId="AD" clId="Web-{93B631E2-C643-3462-C27D-1A9D092D1E89}" dt="2025-10-23T23:39:30.404" v="0" actId="14100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 new">
        <pc:chgData name="Usuario invitado" userId="S::urn:spo:tenantanon#a14dc8e4-4d46-4e82-9663-6675ff0295ef::" providerId="AD" clId="Web-{93B631E2-C643-3462-C27D-1A9D092D1E89}" dt="2025-10-24T00:13:23.544" v="240" actId="1076"/>
        <pc:sldMkLst>
          <pc:docMk/>
          <pc:sldMk cId="2344288349" sldId="267"/>
        </pc:sldMkLst>
        <pc:spChg chg="add mod">
          <ac:chgData name="Usuario invitado" userId="S::urn:spo:tenantanon#a14dc8e4-4d46-4e82-9663-6675ff0295ef::" providerId="AD" clId="Web-{93B631E2-C643-3462-C27D-1A9D092D1E89}" dt="2025-10-23T23:45:39.987" v="8" actId="1076"/>
          <ac:spMkLst>
            <pc:docMk/>
            <pc:sldMk cId="2344288349" sldId="267"/>
            <ac:spMk id="4" creationId="{672B068B-9935-73F4-976E-E485502193A4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45:39.987" v="9" actId="1076"/>
          <ac:spMkLst>
            <pc:docMk/>
            <pc:sldMk cId="2344288349" sldId="267"/>
            <ac:spMk id="6" creationId="{AC24F83D-F0C7-6A04-C1B7-9DDE14F70550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45:40.002" v="10" actId="1076"/>
          <ac:spMkLst>
            <pc:docMk/>
            <pc:sldMk cId="2344288349" sldId="267"/>
            <ac:spMk id="8" creationId="{A60129B5-2DC6-83CB-D652-10BACE9903F0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3:23.544" v="240" actId="1076"/>
          <ac:spMkLst>
            <pc:docMk/>
            <pc:sldMk cId="2344288349" sldId="267"/>
            <ac:spMk id="10" creationId="{56AD8A6A-BAA2-3F11-3439-60B5F8A850D3}"/>
          </ac:spMkLst>
        </pc:spChg>
        <pc:spChg chg="mod topLvl">
          <ac:chgData name="Usuario invitado" userId="S::urn:spo:tenantanon#a14dc8e4-4d46-4e82-9663-6675ff0295ef::" providerId="AD" clId="Web-{93B631E2-C643-3462-C27D-1A9D092D1E89}" dt="2025-10-23T23:52:07.921" v="58" actId="14100"/>
          <ac:spMkLst>
            <pc:docMk/>
            <pc:sldMk cId="2344288349" sldId="267"/>
            <ac:spMk id="12" creationId="{DE98E935-AAD5-9E06-F6A9-04F0A4CDD024}"/>
          </ac:spMkLst>
        </pc:spChg>
        <pc:spChg chg="mod topLvl">
          <ac:chgData name="Usuario invitado" userId="S::urn:spo:tenantanon#a14dc8e4-4d46-4e82-9663-6675ff0295ef::" providerId="AD" clId="Web-{93B631E2-C643-3462-C27D-1A9D092D1E89}" dt="2025-10-23T23:52:01.499" v="57" actId="1076"/>
          <ac:spMkLst>
            <pc:docMk/>
            <pc:sldMk cId="2344288349" sldId="267"/>
            <ac:spMk id="13" creationId="{D7ED110B-BB37-96DF-1ED3-54E7541487E8}"/>
          </ac:spMkLst>
        </pc:spChg>
        <pc:spChg chg="mod topLvl">
          <ac:chgData name="Usuario invitado" userId="S::urn:spo:tenantanon#a14dc8e4-4d46-4e82-9663-6675ff0295ef::" providerId="AD" clId="Web-{93B631E2-C643-3462-C27D-1A9D092D1E89}" dt="2025-10-23T23:51:56.108" v="56" actId="1076"/>
          <ac:spMkLst>
            <pc:docMk/>
            <pc:sldMk cId="2344288349" sldId="267"/>
            <ac:spMk id="14" creationId="{54B03CBA-6ECE-63CF-D498-5708F1DE6678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53:43.002" v="71" actId="14100"/>
          <ac:spMkLst>
            <pc:docMk/>
            <pc:sldMk cId="2344288349" sldId="267"/>
            <ac:spMk id="16" creationId="{730269A7-0DE6-3FB9-0343-AFCC7E4C9C56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53:17.908" v="66" actId="1076"/>
          <ac:spMkLst>
            <pc:docMk/>
            <pc:sldMk cId="2344288349" sldId="267"/>
            <ac:spMk id="19" creationId="{39611377-E185-3F4C-FF96-67CA1C9149F2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53:30.580" v="68" actId="1076"/>
          <ac:spMkLst>
            <pc:docMk/>
            <pc:sldMk cId="2344288349" sldId="267"/>
            <ac:spMk id="20" creationId="{AABAF65B-15D1-742F-CD7C-A4CBE71994A2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54:29.144" v="87" actId="1076"/>
          <ac:spMkLst>
            <pc:docMk/>
            <pc:sldMk cId="2344288349" sldId="267"/>
            <ac:spMk id="21" creationId="{901F7288-BBFF-4279-D934-C23458968003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2:10.120" v="214" actId="14100"/>
          <ac:spMkLst>
            <pc:docMk/>
            <pc:sldMk cId="2344288349" sldId="267"/>
            <ac:spMk id="23" creationId="{39611377-E185-3F4C-FF96-67CA1C9149F2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56:54.413" v="119" actId="1076"/>
          <ac:spMkLst>
            <pc:docMk/>
            <pc:sldMk cId="2344288349" sldId="267"/>
            <ac:spMk id="24" creationId="{19F91966-6CC4-9291-57C0-0075BB1309F1}"/>
          </ac:spMkLst>
        </pc:spChg>
        <pc:spChg chg="add mod">
          <ac:chgData name="Usuario invitado" userId="S::urn:spo:tenantanon#a14dc8e4-4d46-4e82-9663-6675ff0295ef::" providerId="AD" clId="Web-{93B631E2-C643-3462-C27D-1A9D092D1E89}" dt="2025-10-23T23:57:07.053" v="121" actId="1076"/>
          <ac:spMkLst>
            <pc:docMk/>
            <pc:sldMk cId="2344288349" sldId="267"/>
            <ac:spMk id="25" creationId="{3F12DB09-7FBD-255C-90A7-07F872C49CF7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2:40.699" v="219" actId="1076"/>
          <ac:spMkLst>
            <pc:docMk/>
            <pc:sldMk cId="2344288349" sldId="267"/>
            <ac:spMk id="26" creationId="{7EE51068-6E6B-25BF-0FDC-BBE638C3547F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3:05.059" v="239" actId="20577"/>
          <ac:spMkLst>
            <pc:docMk/>
            <pc:sldMk cId="2344288349" sldId="267"/>
            <ac:spMk id="27" creationId="{46012954-A0BE-E3B8-B1FB-BAA94207C523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1:34.213" v="208" actId="14100"/>
          <ac:spMkLst>
            <pc:docMk/>
            <pc:sldMk cId="2344288349" sldId="267"/>
            <ac:spMk id="28" creationId="{E5404FD9-63AC-6276-B137-0AEA29C93407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1:45.401" v="212" actId="1076"/>
          <ac:spMkLst>
            <pc:docMk/>
            <pc:sldMk cId="2344288349" sldId="267"/>
            <ac:spMk id="35" creationId="{05C1647F-8864-972E-B646-79BFDCADA5AD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03:39.699" v="182" actId="14100"/>
          <ac:spMkLst>
            <pc:docMk/>
            <pc:sldMk cId="2344288349" sldId="267"/>
            <ac:spMk id="36" creationId="{FEACDC60-C517-61FC-2A91-E40F666D3180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1:43.494" v="211" actId="1076"/>
          <ac:spMkLst>
            <pc:docMk/>
            <pc:sldMk cId="2344288349" sldId="267"/>
            <ac:spMk id="37" creationId="{7E8CA2E3-E147-F401-47D1-4D418A3EF693}"/>
          </ac:spMkLst>
        </pc:spChg>
        <pc:spChg chg="add mod">
          <ac:chgData name="Usuario invitado" userId="S::urn:spo:tenantanon#a14dc8e4-4d46-4e82-9663-6675ff0295ef::" providerId="AD" clId="Web-{93B631E2-C643-3462-C27D-1A9D092D1E89}" dt="2025-10-24T00:11:38.775" v="209" actId="1076"/>
          <ac:spMkLst>
            <pc:docMk/>
            <pc:sldMk cId="2344288349" sldId="267"/>
            <ac:spMk id="39" creationId="{C503B5E0-00B2-A585-2DBB-970DF000A297}"/>
          </ac:spMkLst>
        </pc:spChg>
        <pc:grpChg chg="add mod">
          <ac:chgData name="Usuario invitado" userId="S::urn:spo:tenantanon#a14dc8e4-4d46-4e82-9663-6675ff0295ef::" providerId="AD" clId="Web-{93B631E2-C643-3462-C27D-1A9D092D1E89}" dt="2025-10-23T23:54:46.848" v="89" actId="1076"/>
          <ac:grpSpMkLst>
            <pc:docMk/>
            <pc:sldMk cId="2344288349" sldId="267"/>
            <ac:grpSpMk id="17" creationId="{5944F115-F125-C7CF-E5CA-1738642228AD}"/>
          </ac:grpSpMkLst>
        </pc:grpChg>
        <pc:grpChg chg="add mod">
          <ac:chgData name="Usuario invitado" userId="S::urn:spo:tenantanon#a14dc8e4-4d46-4e82-9663-6675ff0295ef::" providerId="AD" clId="Web-{93B631E2-C643-3462-C27D-1A9D092D1E89}" dt="2025-10-23T23:54:51.598" v="90" actId="1076"/>
          <ac:grpSpMkLst>
            <pc:docMk/>
            <pc:sldMk cId="2344288349" sldId="267"/>
            <ac:grpSpMk id="22" creationId="{5401AF5B-9093-0F5D-745B-62C28A496C9B}"/>
          </ac:grpSpMkLst>
        </pc:grpChg>
      </pc:sldChg>
    </pc:docChg>
  </pc:docChgLst>
  <pc:docChgLst>
    <pc:chgData name="Jose Mariano Sanchez Figueroa" userId="S::n00373960@upn.pe::fe4d3394-606a-4671-a1a2-c3c71c93f531" providerId="AD" clId="Web-{618FA32A-11A5-2F75-38AD-75E6918FF174}"/>
    <pc:docChg chg="modSld">
      <pc:chgData name="Jose Mariano Sanchez Figueroa" userId="S::n00373960@upn.pe::fe4d3394-606a-4671-a1a2-c3c71c93f531" providerId="AD" clId="Web-{618FA32A-11A5-2F75-38AD-75E6918FF174}" dt="2025-11-12T06:18:17.874" v="131" actId="20577"/>
      <pc:docMkLst>
        <pc:docMk/>
      </pc:docMkLst>
      <pc:sldChg chg="addSp delSp">
        <pc:chgData name="Jose Mariano Sanchez Figueroa" userId="S::n00373960@upn.pe::fe4d3394-606a-4671-a1a2-c3c71c93f531" providerId="AD" clId="Web-{618FA32A-11A5-2F75-38AD-75E6918FF174}" dt="2025-11-12T06:07:46.399" v="98"/>
        <pc:sldMkLst>
          <pc:docMk/>
          <pc:sldMk cId="0" sldId="257"/>
        </pc:sldMkLst>
        <pc:spChg chg="add del">
          <ac:chgData name="Jose Mariano Sanchez Figueroa" userId="S::n00373960@upn.pe::fe4d3394-606a-4671-a1a2-c3c71c93f531" providerId="AD" clId="Web-{618FA32A-11A5-2F75-38AD-75E6918FF174}" dt="2025-11-12T06:07:46.399" v="98"/>
          <ac:spMkLst>
            <pc:docMk/>
            <pc:sldMk cId="0" sldId="257"/>
            <ac:spMk id="7" creationId="{2CAC8E34-1E98-956B-5D9F-C7FBF3C354B1}"/>
          </ac:spMkLst>
        </pc:spChg>
      </pc:sldChg>
      <pc:sldChg chg="addSp delSp modSp">
        <pc:chgData name="Jose Mariano Sanchez Figueroa" userId="S::n00373960@upn.pe::fe4d3394-606a-4671-a1a2-c3c71c93f531" providerId="AD" clId="Web-{618FA32A-11A5-2F75-38AD-75E6918FF174}" dt="2025-11-12T05:52:40.648" v="42" actId="1076"/>
        <pc:sldMkLst>
          <pc:docMk/>
          <pc:sldMk cId="0" sldId="261"/>
        </pc:sldMkLst>
        <pc:spChg chg="add mod">
          <ac:chgData name="Jose Mariano Sanchez Figueroa" userId="S::n00373960@upn.pe::fe4d3394-606a-4671-a1a2-c3c71c93f531" providerId="AD" clId="Web-{618FA32A-11A5-2F75-38AD-75E6918FF174}" dt="2025-11-12T05:52:32.007" v="39" actId="14100"/>
          <ac:spMkLst>
            <pc:docMk/>
            <pc:sldMk cId="0" sldId="261"/>
            <ac:spMk id="23" creationId="{3FC9A78E-639D-4B5C-F9CE-AA82F3E479E2}"/>
          </ac:spMkLst>
        </pc:spChg>
        <pc:spChg chg="add del">
          <ac:chgData name="Jose Mariano Sanchez Figueroa" userId="S::n00373960@upn.pe::fe4d3394-606a-4671-a1a2-c3c71c93f531" providerId="AD" clId="Web-{618FA32A-11A5-2F75-38AD-75E6918FF174}" dt="2025-11-12T05:51:55.054" v="8"/>
          <ac:spMkLst>
            <pc:docMk/>
            <pc:sldMk cId="0" sldId="261"/>
            <ac:spMk id="25" creationId="{B338BD70-3AB1-63D8-D441-313FCBD9175F}"/>
          </ac:spMkLst>
        </pc:spChg>
        <pc:spChg chg="add mod">
          <ac:chgData name="Jose Mariano Sanchez Figueroa" userId="S::n00373960@upn.pe::fe4d3394-606a-4671-a1a2-c3c71c93f531" providerId="AD" clId="Web-{618FA32A-11A5-2F75-38AD-75E6918FF174}" dt="2025-11-12T05:52:40.648" v="42" actId="1076"/>
          <ac:spMkLst>
            <pc:docMk/>
            <pc:sldMk cId="0" sldId="261"/>
            <ac:spMk id="27" creationId="{76CDF40F-301B-1CFC-BCCA-C726970A9958}"/>
          </ac:spMkLst>
        </pc:spChg>
      </pc:sldChg>
      <pc:sldChg chg="addSp modSp">
        <pc:chgData name="Jose Mariano Sanchez Figueroa" userId="S::n00373960@upn.pe::fe4d3394-606a-4671-a1a2-c3c71c93f531" providerId="AD" clId="Web-{618FA32A-11A5-2F75-38AD-75E6918FF174}" dt="2025-11-12T05:57:58.196" v="95" actId="1076"/>
        <pc:sldMkLst>
          <pc:docMk/>
          <pc:sldMk cId="0" sldId="262"/>
        </pc:sldMkLst>
        <pc:spChg chg="add mod">
          <ac:chgData name="Jose Mariano Sanchez Figueroa" userId="S::n00373960@upn.pe::fe4d3394-606a-4671-a1a2-c3c71c93f531" providerId="AD" clId="Web-{618FA32A-11A5-2F75-38AD-75E6918FF174}" dt="2025-11-12T05:57:58.196" v="95" actId="1076"/>
          <ac:spMkLst>
            <pc:docMk/>
            <pc:sldMk cId="0" sldId="262"/>
            <ac:spMk id="9" creationId="{3BF383A4-1E8F-1275-1EE2-F90A90986930}"/>
          </ac:spMkLst>
        </pc:spChg>
        <pc:spChg chg="add mod ord">
          <ac:chgData name="Jose Mariano Sanchez Figueroa" userId="S::n00373960@upn.pe::fe4d3394-606a-4671-a1a2-c3c71c93f531" providerId="AD" clId="Web-{618FA32A-11A5-2F75-38AD-75E6918FF174}" dt="2025-11-12T05:57:55.524" v="94" actId="14100"/>
          <ac:spMkLst>
            <pc:docMk/>
            <pc:sldMk cId="0" sldId="262"/>
            <ac:spMk id="11" creationId="{35F28FF4-3B31-91F4-B321-121E46C12E87}"/>
          </ac:spMkLst>
        </pc:spChg>
      </pc:sldChg>
      <pc:sldChg chg="addSp modSp">
        <pc:chgData name="Jose Mariano Sanchez Figueroa" userId="S::n00373960@upn.pe::fe4d3394-606a-4671-a1a2-c3c71c93f531" providerId="AD" clId="Web-{618FA32A-11A5-2F75-38AD-75E6918FF174}" dt="2025-11-12T06:09:40.165" v="124" actId="20577"/>
        <pc:sldMkLst>
          <pc:docMk/>
          <pc:sldMk cId="0" sldId="263"/>
        </pc:sldMkLst>
        <pc:spChg chg="add mod">
          <ac:chgData name="Jose Mariano Sanchez Figueroa" userId="S::n00373960@upn.pe::fe4d3394-606a-4671-a1a2-c3c71c93f531" providerId="AD" clId="Web-{618FA32A-11A5-2F75-38AD-75E6918FF174}" dt="2025-11-12T06:08:38.462" v="102"/>
          <ac:spMkLst>
            <pc:docMk/>
            <pc:sldMk cId="0" sldId="263"/>
            <ac:spMk id="10" creationId="{3B1365A1-6FAD-BE66-F28C-410CA5CB3B94}"/>
          </ac:spMkLst>
        </pc:spChg>
        <pc:spChg chg="add mod">
          <ac:chgData name="Jose Mariano Sanchez Figueroa" userId="S::n00373960@upn.pe::fe4d3394-606a-4671-a1a2-c3c71c93f531" providerId="AD" clId="Web-{618FA32A-11A5-2F75-38AD-75E6918FF174}" dt="2025-11-12T06:09:40.165" v="124" actId="20577"/>
          <ac:spMkLst>
            <pc:docMk/>
            <pc:sldMk cId="0" sldId="263"/>
            <ac:spMk id="18" creationId="{61C8BEBF-E890-2CA8-C199-18F3B07B6D6A}"/>
          </ac:spMkLst>
        </pc:spChg>
      </pc:sldChg>
      <pc:sldChg chg="addSp modSp">
        <pc:chgData name="Jose Mariano Sanchez Figueroa" userId="S::n00373960@upn.pe::fe4d3394-606a-4671-a1a2-c3c71c93f531" providerId="AD" clId="Web-{618FA32A-11A5-2F75-38AD-75E6918FF174}" dt="2025-11-12T06:18:00.686" v="125" actId="20577"/>
        <pc:sldMkLst>
          <pc:docMk/>
          <pc:sldMk cId="0" sldId="264"/>
        </pc:sldMkLst>
        <pc:spChg chg="add">
          <ac:chgData name="Jose Mariano Sanchez Figueroa" userId="S::n00373960@upn.pe::fe4d3394-606a-4671-a1a2-c3c71c93f531" providerId="AD" clId="Web-{618FA32A-11A5-2F75-38AD-75E6918FF174}" dt="2025-11-12T06:07:57.852" v="99"/>
          <ac:spMkLst>
            <pc:docMk/>
            <pc:sldMk cId="0" sldId="264"/>
            <ac:spMk id="7" creationId="{DEAFFF41-EB78-FF9F-428A-476D7CD474AA}"/>
          </ac:spMkLst>
        </pc:spChg>
        <pc:spChg chg="add mod">
          <ac:chgData name="Jose Mariano Sanchez Figueroa" userId="S::n00373960@upn.pe::fe4d3394-606a-4671-a1a2-c3c71c93f531" providerId="AD" clId="Web-{618FA32A-11A5-2F75-38AD-75E6918FF174}" dt="2025-11-12T06:18:00.686" v="125" actId="20577"/>
          <ac:spMkLst>
            <pc:docMk/>
            <pc:sldMk cId="0" sldId="264"/>
            <ac:spMk id="9" creationId="{4B92F38E-24AD-F0E1-FD92-5603BD58B826}"/>
          </ac:spMkLst>
        </pc:spChg>
      </pc:sldChg>
      <pc:sldChg chg="addSp modSp">
        <pc:chgData name="Jose Mariano Sanchez Figueroa" userId="S::n00373960@upn.pe::fe4d3394-606a-4671-a1a2-c3c71c93f531" providerId="AD" clId="Web-{618FA32A-11A5-2F75-38AD-75E6918FF174}" dt="2025-11-12T06:18:17.874" v="131" actId="20577"/>
        <pc:sldMkLst>
          <pc:docMk/>
          <pc:sldMk cId="2344288349" sldId="267"/>
        </pc:sldMkLst>
        <pc:spChg chg="add">
          <ac:chgData name="Jose Mariano Sanchez Figueroa" userId="S::n00373960@upn.pe::fe4d3394-606a-4671-a1a2-c3c71c93f531" providerId="AD" clId="Web-{618FA32A-11A5-2F75-38AD-75E6918FF174}" dt="2025-11-12T06:07:59.711" v="100"/>
          <ac:spMkLst>
            <pc:docMk/>
            <pc:sldMk cId="2344288349" sldId="267"/>
            <ac:spMk id="3" creationId="{D9B66E5B-10F6-0FD8-1D56-0E8B6C6B3F9F}"/>
          </ac:spMkLst>
        </pc:spChg>
        <pc:spChg chg="add mod">
          <ac:chgData name="Jose Mariano Sanchez Figueroa" userId="S::n00373960@upn.pe::fe4d3394-606a-4671-a1a2-c3c71c93f531" providerId="AD" clId="Web-{618FA32A-11A5-2F75-38AD-75E6918FF174}" dt="2025-11-12T06:18:17.874" v="131" actId="20577"/>
          <ac:spMkLst>
            <pc:docMk/>
            <pc:sldMk cId="2344288349" sldId="267"/>
            <ac:spMk id="30" creationId="{E64282DB-5E8A-B969-4F11-6B8C200B87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213" y="-125636"/>
            <a:ext cx="3281860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3200" b="1">
                <a:solidFill>
                  <a:srgbClr val="22C55E"/>
                </a:solidFill>
              </a:rPr>
              <a:t>Inicio</a:t>
            </a:r>
            <a:r>
              <a:rPr sz="3200" b="1">
                <a:solidFill>
                  <a:srgbClr val="22C55E"/>
                </a:solidFill>
              </a:rPr>
              <a:t> –</a:t>
            </a:r>
            <a:r>
              <a:rPr lang="es-MX" sz="3200" b="1">
                <a:solidFill>
                  <a:srgbClr val="22C55E"/>
                </a:solidFill>
              </a:rPr>
              <a:t>PlastManic</a:t>
            </a:r>
          </a:p>
          <a:p>
            <a:r>
              <a:t>Promos, </a:t>
            </a:r>
            <a:r>
              <a:rPr lang="es-MX"/>
              <a:t>búsqueda </a:t>
            </a:r>
            <a:r>
              <a:t>y</a:t>
            </a:r>
            <a:r>
              <a:rPr lang="es-MX"/>
              <a:t> Categorías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26720" y="726077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8160" y="931977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Header: Logo | </a:t>
            </a:r>
            <a:r>
              <a:rPr lang="es-MX"/>
              <a:t>Buscador</a:t>
            </a:r>
            <a:r>
              <a:t> | Login | Car</a:t>
            </a:r>
            <a:r>
              <a:rPr lang="es-MX" err="1"/>
              <a:t>ri</a:t>
            </a:r>
            <a:r>
              <a:t>to</a:t>
            </a:r>
            <a:r>
              <a:rPr lang="es-MX"/>
              <a:t> </a:t>
            </a:r>
            <a:r>
              <a:rPr lang="es-PE"/>
              <a:t>|¿Necesitas Ayuda?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011" y="6104946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632" y="6196919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Footer: info,</a:t>
            </a:r>
            <a:r>
              <a:rPr lang="es-PE"/>
              <a:t> horarios</a:t>
            </a:r>
            <a:r>
              <a:t>, WhatsApp,</a:t>
            </a:r>
            <a:r>
              <a:rPr lang="es-PE"/>
              <a:t> dirección</a:t>
            </a:r>
            <a:r>
              <a:rPr lang="es-MX"/>
              <a:t>, medios de pagos.(Yape,plin,visa,PagoEfectivo )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2620" y="1514413"/>
            <a:ext cx="11247120" cy="10972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500" y="1665200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Banner </a:t>
            </a:r>
            <a:r>
              <a:rPr lang="es-PE"/>
              <a:t>Promocional</a:t>
            </a:r>
            <a:r>
              <a:rPr lang="es-MX"/>
              <a:t>  de descuentos+ botón “Comprar Ahora”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4252" y="3702187"/>
            <a:ext cx="3566160" cy="146304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251" y="376905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PE"/>
              <a:t>Categoría: Lácteos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492" y="3724352"/>
            <a:ext cx="3566160" cy="146304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492" y="3740482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PE"/>
              <a:t>Categoría </a:t>
            </a:r>
            <a:r>
              <a:t>: Granos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971" y="3729760"/>
            <a:ext cx="3566160" cy="146304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20464" y="3740482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PE"/>
              <a:t>Categoría: Limpieza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1960" y="2731670"/>
            <a:ext cx="11247120" cy="82296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160" y="2973763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Grid de </a:t>
            </a:r>
            <a:r>
              <a:rPr lang="es-PE"/>
              <a:t>Productos destacados con descuentos </a:t>
            </a:r>
            <a:r>
              <a:t>(</a:t>
            </a:r>
            <a:r>
              <a:rPr lang="es-PE"/>
              <a:t>precio, unidad, botón +)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843A80B-D37A-92B3-8355-F925D41FCF74}"/>
              </a:ext>
            </a:extLst>
          </p:cNvPr>
          <p:cNvSpPr/>
          <p:nvPr/>
        </p:nvSpPr>
        <p:spPr>
          <a:xfrm>
            <a:off x="472441" y="5316509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7A2D5575-DE5F-4EEA-A186-EE0423F1610F}"/>
              </a:ext>
            </a:extLst>
          </p:cNvPr>
          <p:cNvSpPr txBox="1"/>
          <p:nvPr/>
        </p:nvSpPr>
        <p:spPr>
          <a:xfrm>
            <a:off x="457201" y="5457725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MX"/>
              <a:t>Opiniones del negocio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230" y="3387"/>
            <a:ext cx="611346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C55E"/>
                </a:solidFill>
              </a:rPr>
              <a:t>Checkout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r>
              <a:t>Datos de</a:t>
            </a:r>
            <a:r>
              <a:rPr lang="es-MX"/>
              <a:t> cliente, dirección, método de pago offline, comprobante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14401"/>
            <a:ext cx="3625850" cy="189356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0163" y="913977"/>
            <a:ext cx="3260090" cy="31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Datos personales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931" y="2766483"/>
            <a:ext cx="3625849" cy="171365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1227" y="2850727"/>
            <a:ext cx="3037840" cy="3183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err="1"/>
              <a:t>Dirección</a:t>
            </a:r>
            <a:r>
              <a:t>/</a:t>
            </a:r>
            <a:r>
              <a:rPr lang="en-US" err="1"/>
              <a:t>Referencia</a:t>
            </a:r>
            <a:r>
              <a:t> + Mapa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660" y="4512733"/>
            <a:ext cx="3640243" cy="170307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2790" y="4649893"/>
            <a:ext cx="3263900" cy="3183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Pago &amp; Confirmación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8033" y="930064"/>
            <a:ext cx="4621954" cy="528023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0" i="0">
                <a:solidFill>
                  <a:srgbClr val="BFBFBF"/>
                </a:solidFill>
                <a:latin typeface="Google Sans"/>
                <a:ea typeface="Google Sans"/>
                <a:cs typeface="Google Sans"/>
              </a:rPr>
              <a:t>+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8128" y="1165497"/>
            <a:ext cx="4256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Resumen de pedido + términos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38C8A17-3ADE-C8EC-7CC9-5DF9EE0314CA}"/>
              </a:ext>
            </a:extLst>
          </p:cNvPr>
          <p:cNvSpPr/>
          <p:nvPr/>
        </p:nvSpPr>
        <p:spPr>
          <a:xfrm>
            <a:off x="933450" y="1284814"/>
            <a:ext cx="1264496" cy="3153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Usuario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866FB80-70B7-5F0C-9B65-52D01DC6147F}"/>
              </a:ext>
            </a:extLst>
          </p:cNvPr>
          <p:cNvSpPr/>
          <p:nvPr/>
        </p:nvSpPr>
        <p:spPr>
          <a:xfrm>
            <a:off x="637116" y="3242730"/>
            <a:ext cx="1264498" cy="3259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Dirección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FCFC8A7-1AB0-A2EC-A977-49EB3308B833}"/>
              </a:ext>
            </a:extLst>
          </p:cNvPr>
          <p:cNvSpPr/>
          <p:nvPr/>
        </p:nvSpPr>
        <p:spPr>
          <a:xfrm>
            <a:off x="859365" y="5041895"/>
            <a:ext cx="1391497" cy="2095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Pagos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E53FEA0-53BD-11C5-D4F5-9E8F7AE6CF86}"/>
              </a:ext>
            </a:extLst>
          </p:cNvPr>
          <p:cNvSpPr/>
          <p:nvPr/>
        </p:nvSpPr>
        <p:spPr>
          <a:xfrm>
            <a:off x="781050" y="1907722"/>
            <a:ext cx="2600779" cy="3704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err="1">
                <a:ea typeface="Calibri"/>
                <a:cs typeface="Calibri"/>
              </a:rPr>
              <a:t>Fecha</a:t>
            </a:r>
            <a:r>
              <a:rPr lang="en-US" sz="1600">
                <a:ea typeface="Calibri"/>
                <a:cs typeface="Calibri"/>
              </a:rPr>
              <a:t> de </a:t>
            </a:r>
            <a:r>
              <a:rPr lang="en-US" sz="1600" err="1">
                <a:ea typeface="Calibri"/>
                <a:cs typeface="Calibri"/>
              </a:rPr>
              <a:t>nacimiento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941BC4E-2651-8035-E097-5C49AB87DCB5}"/>
              </a:ext>
            </a:extLst>
          </p:cNvPr>
          <p:cNvSpPr/>
          <p:nvPr/>
        </p:nvSpPr>
        <p:spPr>
          <a:xfrm>
            <a:off x="637115" y="3756479"/>
            <a:ext cx="1261838" cy="2398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705C3E9-32EF-E818-BA57-E6C1A1F65D99}"/>
              </a:ext>
            </a:extLst>
          </p:cNvPr>
          <p:cNvSpPr/>
          <p:nvPr/>
        </p:nvSpPr>
        <p:spPr>
          <a:xfrm>
            <a:off x="859366" y="5369982"/>
            <a:ext cx="1551518" cy="21082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1FDBD7F-4171-BC09-6522-2AD2873D6F40}"/>
              </a:ext>
            </a:extLst>
          </p:cNvPr>
          <p:cNvSpPr/>
          <p:nvPr/>
        </p:nvSpPr>
        <p:spPr>
          <a:xfrm>
            <a:off x="1388532" y="6216649"/>
            <a:ext cx="1403352" cy="2002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>
                <a:ea typeface="Calibri"/>
                <a:cs typeface="Calibri"/>
              </a:rPr>
              <a:t>Botón pagar ahora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51132A9-7F46-35B2-D5B2-39D3C8EA2CD6}"/>
              </a:ext>
            </a:extLst>
          </p:cNvPr>
          <p:cNvSpPr/>
          <p:nvPr/>
        </p:nvSpPr>
        <p:spPr>
          <a:xfrm>
            <a:off x="6491211" y="2116062"/>
            <a:ext cx="1519768" cy="10892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Imagen del producto o productos por comprar</a:t>
            </a:r>
            <a:endParaRPr lang="es-ES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5066693-7F25-00EA-21AC-30D17FE07BF5}"/>
              </a:ext>
            </a:extLst>
          </p:cNvPr>
          <p:cNvSpPr/>
          <p:nvPr/>
        </p:nvSpPr>
        <p:spPr>
          <a:xfrm>
            <a:off x="9041793" y="2973311"/>
            <a:ext cx="1244602" cy="3907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ea typeface="Calibri"/>
                <a:cs typeface="Calibri"/>
              </a:rPr>
              <a:t>Botón "Apply"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8577042-BB9F-EC19-3EEB-A154767D30E6}"/>
              </a:ext>
            </a:extLst>
          </p:cNvPr>
          <p:cNvSpPr/>
          <p:nvPr/>
        </p:nvSpPr>
        <p:spPr>
          <a:xfrm>
            <a:off x="6491210" y="3396645"/>
            <a:ext cx="1720851" cy="3589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ea typeface="Calibri"/>
                <a:cs typeface="Calibri"/>
              </a:rPr>
              <a:t>Código del producto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EE94F36D-B1DA-8DB2-CC61-F55428DC1829}"/>
              </a:ext>
            </a:extLst>
          </p:cNvPr>
          <p:cNvSpPr/>
          <p:nvPr/>
        </p:nvSpPr>
        <p:spPr>
          <a:xfrm>
            <a:off x="6718600" y="3904041"/>
            <a:ext cx="3325888" cy="7460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ea typeface="Calibri"/>
                <a:cs typeface="Calibri"/>
              </a:rPr>
              <a:t>Descripción del producto o productos  </a:t>
            </a:r>
            <a:r>
              <a:rPr lang="es-ES" sz="1400">
                <a:ea typeface="+mn-lt"/>
                <a:cs typeface="+mn-lt"/>
              </a:rPr>
              <a:t>+ precio </a:t>
            </a:r>
          </a:p>
          <a:p>
            <a:pPr algn="ctr"/>
            <a:r>
              <a:rPr lang="es-ES" sz="1200">
                <a:solidFill>
                  <a:srgbClr val="BFBFBF"/>
                </a:solidFill>
                <a:ea typeface="+mn-lt"/>
                <a:cs typeface="+mn-lt"/>
              </a:rPr>
              <a:t>++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3A87AB4-752A-F12B-694B-D6796D270757}"/>
              </a:ext>
            </a:extLst>
          </p:cNvPr>
          <p:cNvSpPr/>
          <p:nvPr/>
        </p:nvSpPr>
        <p:spPr>
          <a:xfrm>
            <a:off x="2403021" y="1287236"/>
            <a:ext cx="1436008" cy="3704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err="1">
                <a:ea typeface="Calibri"/>
                <a:cs typeface="Calibri"/>
              </a:rPr>
              <a:t>Apellidos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2E1229C0-3A94-C5C1-830F-E781EB877CBA}"/>
              </a:ext>
            </a:extLst>
          </p:cNvPr>
          <p:cNvSpPr/>
          <p:nvPr/>
        </p:nvSpPr>
        <p:spPr>
          <a:xfrm>
            <a:off x="1275094" y="6528279"/>
            <a:ext cx="7966287" cy="33316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err="1">
                <a:solidFill>
                  <a:schemeClr val="tx1"/>
                </a:solidFill>
                <a:ea typeface="Calibri"/>
                <a:cs typeface="Calibri"/>
              </a:rPr>
              <a:t>Footer</a:t>
            </a:r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: INFO/SITIO/Productos</a:t>
            </a:r>
            <a:endParaRPr lang="es-ES" err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CA926-FE0F-AEEC-198B-3C5452D458AA}"/>
              </a:ext>
            </a:extLst>
          </p:cNvPr>
          <p:cNvSpPr txBox="1"/>
          <p:nvPr/>
        </p:nvSpPr>
        <p:spPr>
          <a:xfrm>
            <a:off x="8012370" y="2110499"/>
            <a:ext cx="18186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>
                <a:ea typeface="Calibri"/>
                <a:cs typeface="Calibri"/>
              </a:rPr>
              <a:t>Nombre del </a:t>
            </a:r>
            <a:r>
              <a:rPr lang="en-US" err="1">
                <a:ea typeface="Calibri"/>
                <a:cs typeface="Calibri"/>
              </a:rPr>
              <a:t>producto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AD081E-0080-3EDF-D54F-FCCA75651739}"/>
              </a:ext>
            </a:extLst>
          </p:cNvPr>
          <p:cNvSpPr txBox="1"/>
          <p:nvPr/>
        </p:nvSpPr>
        <p:spPr>
          <a:xfrm>
            <a:off x="10047998" y="2099612"/>
            <a:ext cx="3037840" cy="3183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>
                <a:ea typeface="Calibri"/>
                <a:cs typeface="Calibri"/>
              </a:rPr>
              <a:t>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"/>
            <a:ext cx="354436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C55E"/>
                </a:solidFill>
              </a:rPr>
              <a:t>Admin – Dashboard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r>
              <a:t>KPIs</a:t>
            </a:r>
            <a:r>
              <a:rPr lang="es-MX"/>
              <a:t> </a:t>
            </a:r>
            <a:r>
              <a:rPr lang="es-PE"/>
              <a:t>diarios, ventas, alertas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882650"/>
            <a:ext cx="3021330" cy="186055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914400"/>
            <a:ext cx="4572000" cy="182880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39" y="105156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Gráfico: Ventas por día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914400"/>
            <a:ext cx="3383280" cy="182880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19" y="10515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Alertas: bajo stock / vencimientos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1638703" cy="329184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830" y="3246120"/>
            <a:ext cx="154686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Últimos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pedidos</a:t>
            </a:r>
            <a:endParaRPr lang="es-ES" err="1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0D1AE28-9F55-F2AA-46F7-5A5C80DAD181}"/>
              </a:ext>
            </a:extLst>
          </p:cNvPr>
          <p:cNvSpPr/>
          <p:nvPr/>
        </p:nvSpPr>
        <p:spPr>
          <a:xfrm>
            <a:off x="668867" y="3697815"/>
            <a:ext cx="2375747" cy="4953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Despliegue Mes actual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BC35000-4A74-53C5-6FC0-523BDF1855D3}"/>
              </a:ext>
            </a:extLst>
          </p:cNvPr>
          <p:cNvSpPr/>
          <p:nvPr/>
        </p:nvSpPr>
        <p:spPr>
          <a:xfrm>
            <a:off x="3886200" y="4491565"/>
            <a:ext cx="4069080" cy="114088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Tabla de pedidos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891109F-3D4A-101D-1408-D403CEA5B890}"/>
              </a:ext>
            </a:extLst>
          </p:cNvPr>
          <p:cNvSpPr/>
          <p:nvPr/>
        </p:nvSpPr>
        <p:spPr>
          <a:xfrm>
            <a:off x="1007533" y="1581148"/>
            <a:ext cx="1708997" cy="4952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Tabla de Metrica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338BAB1-7DF8-0678-3A8F-2B82EFADC512}"/>
              </a:ext>
            </a:extLst>
          </p:cNvPr>
          <p:cNvSpPr/>
          <p:nvPr/>
        </p:nvSpPr>
        <p:spPr>
          <a:xfrm>
            <a:off x="4584699" y="1581148"/>
            <a:ext cx="2375747" cy="4953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Gráfico de ventas diario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1270425-2ADB-96EB-416F-77ABCAED5E93}"/>
              </a:ext>
            </a:extLst>
          </p:cNvPr>
          <p:cNvSpPr/>
          <p:nvPr/>
        </p:nvSpPr>
        <p:spPr>
          <a:xfrm>
            <a:off x="8775699" y="1581147"/>
            <a:ext cx="2460413" cy="4953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Gráfico de bajo stock y vencimiento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3875E80-4455-C5DC-A5E0-088D08791869}"/>
              </a:ext>
            </a:extLst>
          </p:cNvPr>
          <p:cNvSpPr/>
          <p:nvPr/>
        </p:nvSpPr>
        <p:spPr>
          <a:xfrm>
            <a:off x="1377949" y="2321980"/>
            <a:ext cx="957580" cy="2836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Botón-Ver mas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6B028D7-67D9-11E4-1DB2-B6E2BE027530}"/>
              </a:ext>
            </a:extLst>
          </p:cNvPr>
          <p:cNvSpPr/>
          <p:nvPr/>
        </p:nvSpPr>
        <p:spPr>
          <a:xfrm>
            <a:off x="5293781" y="2321979"/>
            <a:ext cx="957580" cy="2836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Botón-Ver mas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B12E4F9-81E6-2C66-2333-D1AC19309F45}"/>
              </a:ext>
            </a:extLst>
          </p:cNvPr>
          <p:cNvSpPr/>
          <p:nvPr/>
        </p:nvSpPr>
        <p:spPr>
          <a:xfrm>
            <a:off x="9537699" y="2321980"/>
            <a:ext cx="957580" cy="2836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Botón-Ver mas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1174DF7-5844-8ECA-1951-AFF7E0F312A3}"/>
              </a:ext>
            </a:extLst>
          </p:cNvPr>
          <p:cNvSpPr/>
          <p:nvPr/>
        </p:nvSpPr>
        <p:spPr>
          <a:xfrm>
            <a:off x="2637365" y="2247897"/>
            <a:ext cx="745913" cy="3577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Icono búsqueda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81B8A48E-1B65-1AF5-4F2E-32127EA0CF47}"/>
              </a:ext>
            </a:extLst>
          </p:cNvPr>
          <p:cNvSpPr/>
          <p:nvPr/>
        </p:nvSpPr>
        <p:spPr>
          <a:xfrm>
            <a:off x="6965948" y="2247896"/>
            <a:ext cx="745913" cy="3577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Icono búsqueda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B1DEFC2-00F9-81E5-7FB5-69E89C7E2A57}"/>
              </a:ext>
            </a:extLst>
          </p:cNvPr>
          <p:cNvSpPr/>
          <p:nvPr/>
        </p:nvSpPr>
        <p:spPr>
          <a:xfrm>
            <a:off x="10871197" y="2247895"/>
            <a:ext cx="745913" cy="3577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Icono búsqueda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C9A78E-639D-4B5C-F9CE-AA82F3E479E2}"/>
              </a:ext>
            </a:extLst>
          </p:cNvPr>
          <p:cNvSpPr/>
          <p:nvPr/>
        </p:nvSpPr>
        <p:spPr>
          <a:xfrm>
            <a:off x="6767648" y="317863"/>
            <a:ext cx="4098836" cy="30443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DF40F-301B-1CFC-BCCA-C726970A9958}"/>
              </a:ext>
            </a:extLst>
          </p:cNvPr>
          <p:cNvSpPr txBox="1"/>
          <p:nvPr/>
        </p:nvSpPr>
        <p:spPr>
          <a:xfrm>
            <a:off x="6768374" y="306049"/>
            <a:ext cx="408686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dirty="0" err="1"/>
              <a:t>Header</a:t>
            </a:r>
            <a:r>
              <a:rPr dirty="0"/>
              <a:t>: </a:t>
            </a:r>
            <a:r>
              <a:rPr lang="en-US" dirty="0" err="1"/>
              <a:t>Inventario</a:t>
            </a:r>
            <a:r>
              <a:rPr lang="en-US" dirty="0"/>
              <a:t> </a:t>
            </a:r>
            <a:r>
              <a:rPr dirty="0"/>
              <a:t>| </a:t>
            </a:r>
            <a:r>
              <a:rPr lang="es-MX" dirty="0"/>
              <a:t>Proveedores </a:t>
            </a:r>
            <a:r>
              <a:rPr dirty="0"/>
              <a:t>| </a:t>
            </a:r>
            <a:r>
              <a:rPr dirty="0" err="1"/>
              <a:t>Login</a:t>
            </a:r>
            <a:r>
              <a:rPr dirty="0"/>
              <a:t> | </a:t>
            </a:r>
            <a:r>
              <a:rPr lang="en-US" dirty="0" err="1"/>
              <a:t>Reportes</a:t>
            </a:r>
            <a:endParaRPr lang="es-MX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F28FF4-3B31-91F4-B321-121E46C12E87}"/>
              </a:ext>
            </a:extLst>
          </p:cNvPr>
          <p:cNvSpPr/>
          <p:nvPr/>
        </p:nvSpPr>
        <p:spPr>
          <a:xfrm>
            <a:off x="6286864" y="354149"/>
            <a:ext cx="5414192" cy="31351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5509"/>
            <a:ext cx="3543149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C55E"/>
                </a:solidFill>
              </a:rPr>
              <a:t>Admin –</a:t>
            </a:r>
            <a:r>
              <a:rPr lang="es-MX" sz="3200" b="1">
                <a:solidFill>
                  <a:srgbClr val="22C55E"/>
                </a:solidFill>
              </a:rPr>
              <a:t> </a:t>
            </a:r>
            <a:r>
              <a:rPr lang="es-PE" sz="3200" b="1">
                <a:solidFill>
                  <a:srgbClr val="22C55E"/>
                </a:solidFill>
              </a:rPr>
              <a:t>inventario</a:t>
            </a:r>
            <a:endParaRPr lang="es-MX" sz="3200" b="1">
              <a:solidFill>
                <a:srgbClr val="22C55E"/>
              </a:solidFill>
            </a:endParaRPr>
          </a:p>
          <a:p>
            <a:r>
              <a:t>CRUD +</a:t>
            </a:r>
            <a:r>
              <a:rPr lang="es-MX"/>
              <a:t> </a:t>
            </a:r>
            <a:r>
              <a:rPr lang="es-PE"/>
              <a:t>tabla de productos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Barra de búsqueda / filtros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16772" cy="3100125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99518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Tabla: SKU | Nombre | Unidad | Stock | </a:t>
            </a:r>
            <a:r>
              <a:rPr lang="es-ES"/>
              <a:t>Costo</a:t>
            </a:r>
            <a:r>
              <a:t> | Precio | Estado | Acciones</a:t>
            </a:r>
            <a:endParaRPr lang="es-E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DD4E57E-A111-C492-4A54-DCEAE7D205A3}"/>
              </a:ext>
            </a:extLst>
          </p:cNvPr>
          <p:cNvSpPr/>
          <p:nvPr/>
        </p:nvSpPr>
        <p:spPr>
          <a:xfrm>
            <a:off x="6288157" y="1920240"/>
            <a:ext cx="5416163" cy="448056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01</a:t>
            </a:r>
            <a:endParaRPr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2835966-1AF7-D2EC-ECB7-2D9673802872}"/>
              </a:ext>
            </a:extLst>
          </p:cNvPr>
          <p:cNvSpPr txBox="1"/>
          <p:nvPr/>
        </p:nvSpPr>
        <p:spPr>
          <a:xfrm>
            <a:off x="6448949" y="2057401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Nombre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8CEA08E-492A-2F84-171E-C789CED1174C}"/>
              </a:ext>
            </a:extLst>
          </p:cNvPr>
          <p:cNvSpPr txBox="1"/>
          <p:nvPr/>
        </p:nvSpPr>
        <p:spPr>
          <a:xfrm>
            <a:off x="10700688" y="6099313"/>
            <a:ext cx="116309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AGREGAR</a:t>
            </a:r>
            <a:endParaRPr lang="es-ES"/>
          </a:p>
          <a:p>
            <a:pPr>
              <a:defRPr sz="1400">
                <a:solidFill>
                  <a:srgbClr val="1F2937"/>
                </a:solidFill>
              </a:defRPr>
            </a:pPr>
            <a:endParaRPr lang="es-ES">
              <a:ea typeface="Calibri"/>
              <a:cs typeface="Calibri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C2F0E72D-959E-35D1-EA8F-63B69832B8CF}"/>
              </a:ext>
            </a:extLst>
          </p:cNvPr>
          <p:cNvSpPr txBox="1"/>
          <p:nvPr/>
        </p:nvSpPr>
        <p:spPr>
          <a:xfrm>
            <a:off x="9806166" y="6099313"/>
            <a:ext cx="116309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ELIMINAR</a:t>
            </a:r>
            <a:endParaRPr lang="es-ES"/>
          </a:p>
          <a:p>
            <a:pPr>
              <a:defRPr sz="1400">
                <a:solidFill>
                  <a:srgbClr val="1F2937"/>
                </a:solidFill>
              </a:defRPr>
            </a:pPr>
            <a:endParaRPr lang="es-ES">
              <a:ea typeface="Calibri"/>
              <a:cs typeface="Calibri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2C23421C-79D2-F5F5-9F47-B9574C142C0A}"/>
              </a:ext>
            </a:extLst>
          </p:cNvPr>
          <p:cNvSpPr txBox="1"/>
          <p:nvPr/>
        </p:nvSpPr>
        <p:spPr>
          <a:xfrm>
            <a:off x="6448949" y="2587488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Unidad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0A7AFB5-2B54-054E-558C-6F8995D6C3A1}"/>
              </a:ext>
            </a:extLst>
          </p:cNvPr>
          <p:cNvSpPr txBox="1"/>
          <p:nvPr/>
        </p:nvSpPr>
        <p:spPr>
          <a:xfrm>
            <a:off x="6448949" y="3117575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Stock</a:t>
            </a:r>
            <a:endParaRPr lang="es-ES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3D391433-C6DD-FEEE-AA85-256082D5FCDD}"/>
              </a:ext>
            </a:extLst>
          </p:cNvPr>
          <p:cNvSpPr txBox="1"/>
          <p:nvPr/>
        </p:nvSpPr>
        <p:spPr>
          <a:xfrm>
            <a:off x="6448949" y="3702878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Stock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47107FF-F244-0C90-6B6D-60FCF22CE5F0}"/>
              </a:ext>
            </a:extLst>
          </p:cNvPr>
          <p:cNvSpPr txBox="1"/>
          <p:nvPr/>
        </p:nvSpPr>
        <p:spPr>
          <a:xfrm>
            <a:off x="6448949" y="4288182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Precio</a:t>
            </a:r>
            <a:endParaRPr lang="es-E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4B011558-4454-D832-936D-10F2BB5F5BDE}"/>
              </a:ext>
            </a:extLst>
          </p:cNvPr>
          <p:cNvSpPr txBox="1"/>
          <p:nvPr/>
        </p:nvSpPr>
        <p:spPr>
          <a:xfrm>
            <a:off x="6448949" y="4873486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Estado</a:t>
            </a:r>
            <a:endParaRPr lang="es-ES"/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F9BE0FE4-422D-BA9C-B944-BDC0912DB199}"/>
              </a:ext>
            </a:extLst>
          </p:cNvPr>
          <p:cNvSpPr txBox="1"/>
          <p:nvPr/>
        </p:nvSpPr>
        <p:spPr>
          <a:xfrm>
            <a:off x="7244079" y="2057399"/>
            <a:ext cx="245518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41D03A10-32BB-CE73-463C-A0D4DEB2393B}"/>
              </a:ext>
            </a:extLst>
          </p:cNvPr>
          <p:cNvSpPr txBox="1"/>
          <p:nvPr/>
        </p:nvSpPr>
        <p:spPr>
          <a:xfrm>
            <a:off x="7244079" y="2587486"/>
            <a:ext cx="644054" cy="31882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62CD143-9643-35A9-C8CD-CD56304D4F3B}"/>
              </a:ext>
            </a:extLst>
          </p:cNvPr>
          <p:cNvSpPr txBox="1"/>
          <p:nvPr/>
        </p:nvSpPr>
        <p:spPr>
          <a:xfrm>
            <a:off x="7244079" y="3117572"/>
            <a:ext cx="633011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65AD9E5F-2AE3-35F3-1E31-ACA123895B8F}"/>
              </a:ext>
            </a:extLst>
          </p:cNvPr>
          <p:cNvSpPr txBox="1"/>
          <p:nvPr/>
        </p:nvSpPr>
        <p:spPr>
          <a:xfrm>
            <a:off x="7244078" y="3702877"/>
            <a:ext cx="621967" cy="29673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C61621AC-6391-0775-2949-894478890459}"/>
              </a:ext>
            </a:extLst>
          </p:cNvPr>
          <p:cNvSpPr txBox="1"/>
          <p:nvPr/>
        </p:nvSpPr>
        <p:spPr>
          <a:xfrm>
            <a:off x="7244078" y="4288181"/>
            <a:ext cx="633011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B759ABB7-C7AA-1AA0-DCEC-4C0DE482AE76}"/>
              </a:ext>
            </a:extLst>
          </p:cNvPr>
          <p:cNvSpPr txBox="1"/>
          <p:nvPr/>
        </p:nvSpPr>
        <p:spPr>
          <a:xfrm>
            <a:off x="7244079" y="4873486"/>
            <a:ext cx="1008489" cy="31882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48089-3389-DF63-1023-7849006768ED}"/>
              </a:ext>
            </a:extLst>
          </p:cNvPr>
          <p:cNvSpPr/>
          <p:nvPr/>
        </p:nvSpPr>
        <p:spPr>
          <a:xfrm>
            <a:off x="3586908" y="5233497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01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65F9EA-A1E7-506B-6488-A1AD61AC386B}"/>
              </a:ext>
            </a:extLst>
          </p:cNvPr>
          <p:cNvSpPr/>
          <p:nvPr/>
        </p:nvSpPr>
        <p:spPr>
          <a:xfrm>
            <a:off x="4426213" y="5244539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&lt;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19C4C7-285C-7BF2-7573-95C4E7394162}"/>
              </a:ext>
            </a:extLst>
          </p:cNvPr>
          <p:cNvSpPr/>
          <p:nvPr/>
        </p:nvSpPr>
        <p:spPr>
          <a:xfrm>
            <a:off x="5144039" y="5233495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F383A4-1E8F-1275-1EE2-F90A90986930}"/>
              </a:ext>
            </a:extLst>
          </p:cNvPr>
          <p:cNvSpPr txBox="1"/>
          <p:nvPr/>
        </p:nvSpPr>
        <p:spPr>
          <a:xfrm>
            <a:off x="6287589" y="351405"/>
            <a:ext cx="58285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dirty="0" err="1"/>
              <a:t>Header</a:t>
            </a:r>
            <a:r>
              <a:rPr dirty="0"/>
              <a:t>: </a:t>
            </a:r>
            <a:r>
              <a:rPr lang="en-US" dirty="0"/>
              <a:t>Panel de </a:t>
            </a:r>
            <a:r>
              <a:rPr lang="en-US" dirty="0" err="1"/>
              <a:t>admimnistrador</a:t>
            </a:r>
            <a:r>
              <a:rPr lang="en-US" dirty="0"/>
              <a:t> </a:t>
            </a:r>
            <a:r>
              <a:rPr dirty="0"/>
              <a:t>| </a:t>
            </a:r>
            <a:r>
              <a:rPr lang="es-MX" dirty="0"/>
              <a:t>Proveedores </a:t>
            </a:r>
            <a:r>
              <a:rPr dirty="0"/>
              <a:t>| </a:t>
            </a:r>
            <a:r>
              <a:rPr lang="en-US" dirty="0" err="1"/>
              <a:t>Clientes</a:t>
            </a:r>
            <a:r>
              <a:rPr dirty="0"/>
              <a:t>| </a:t>
            </a:r>
            <a:r>
              <a:rPr lang="en-US" dirty="0" err="1"/>
              <a:t>Reportes</a:t>
            </a:r>
            <a:endParaRPr lang="es-MX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37677" y="1818245"/>
            <a:ext cx="7257074" cy="360250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53363" y="1825497"/>
            <a:ext cx="699563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MX"/>
              <a:t>Tabla: Nombre y Apellidos | domicilio  | RUC | Edad| Contacto | Teléfono | Última compra</a:t>
            </a:r>
            <a:endParaRPr lang="es-MX">
              <a:ea typeface="Calibri"/>
              <a:cs typeface="Calibri"/>
            </a:endParaRPr>
          </a:p>
          <a:p>
            <a:pPr>
              <a:defRPr sz="140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714E67A-C84F-B329-8C25-BEAE93C31A05}"/>
              </a:ext>
            </a:extLst>
          </p:cNvPr>
          <p:cNvSpPr/>
          <p:nvPr/>
        </p:nvSpPr>
        <p:spPr>
          <a:xfrm>
            <a:off x="196562" y="154022"/>
            <a:ext cx="2195150" cy="336585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Menú desplegable</a:t>
            </a:r>
            <a:endParaRPr lang="es-ES" sz="1400" err="1">
              <a:solidFill>
                <a:schemeClr val="tx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23D5C2D-5C0D-3FA7-A9DB-875BC4863DB3}"/>
              </a:ext>
            </a:extLst>
          </p:cNvPr>
          <p:cNvSpPr/>
          <p:nvPr/>
        </p:nvSpPr>
        <p:spPr>
          <a:xfrm>
            <a:off x="2544919" y="153443"/>
            <a:ext cx="706911" cy="3486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Logo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B827C39-4DF4-9F4A-28CC-9E6734B30C8F}"/>
              </a:ext>
            </a:extLst>
          </p:cNvPr>
          <p:cNvSpPr/>
          <p:nvPr/>
        </p:nvSpPr>
        <p:spPr>
          <a:xfrm>
            <a:off x="3416397" y="154021"/>
            <a:ext cx="2279816" cy="33763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Nombre de la tienda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2D67D4D-F12D-52FB-83C8-430AE760D4AE}"/>
              </a:ext>
            </a:extLst>
          </p:cNvPr>
          <p:cNvSpPr/>
          <p:nvPr/>
        </p:nvSpPr>
        <p:spPr>
          <a:xfrm>
            <a:off x="196561" y="638458"/>
            <a:ext cx="3420448" cy="33658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"</a:t>
            </a:r>
            <a:r>
              <a:rPr lang="es-ES" sz="1400" b="1">
                <a:solidFill>
                  <a:srgbClr val="22C55E"/>
                </a:solidFill>
              </a:rPr>
              <a:t>Administrador</a:t>
            </a:r>
            <a:r>
              <a:rPr lang="es-ES" sz="1400" b="1">
                <a:solidFill>
                  <a:srgbClr val="22C55E"/>
                </a:solidFill>
                <a:ea typeface="Calibri"/>
                <a:cs typeface="Calibri"/>
              </a:rPr>
              <a:t> - Proveedores</a:t>
            </a:r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"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2AE5643-F94A-1AB2-F1D9-AB8D24107DD3}"/>
              </a:ext>
            </a:extLst>
          </p:cNvPr>
          <p:cNvGrpSpPr/>
          <p:nvPr/>
        </p:nvGrpSpPr>
        <p:grpSpPr>
          <a:xfrm>
            <a:off x="191421" y="1113799"/>
            <a:ext cx="5143233" cy="520116"/>
            <a:chOff x="196562" y="1532879"/>
            <a:chExt cx="4933406" cy="586377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8B508A5E-7168-6500-230A-5DD361A2979B}"/>
                </a:ext>
              </a:extLst>
            </p:cNvPr>
            <p:cNvSpPr/>
            <p:nvPr/>
          </p:nvSpPr>
          <p:spPr>
            <a:xfrm>
              <a:off x="196562" y="1532879"/>
              <a:ext cx="4933406" cy="586377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s-ES" sz="14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F8267259-B06E-F414-BF47-5148B8FB67B5}"/>
                </a:ext>
              </a:extLst>
            </p:cNvPr>
            <p:cNvSpPr/>
            <p:nvPr/>
          </p:nvSpPr>
          <p:spPr>
            <a:xfrm>
              <a:off x="305943" y="1674866"/>
              <a:ext cx="720585" cy="285048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400">
                  <a:solidFill>
                    <a:schemeClr val="tx1"/>
                  </a:solidFill>
                  <a:ea typeface="Calibri"/>
                  <a:cs typeface="Calibri"/>
                </a:rPr>
                <a:t>Ícono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D6CD7D7C-5DBD-2EA8-7CAC-E97710A09C39}"/>
                </a:ext>
              </a:extLst>
            </p:cNvPr>
            <p:cNvSpPr/>
            <p:nvPr/>
          </p:nvSpPr>
          <p:spPr>
            <a:xfrm>
              <a:off x="1223352" y="1642092"/>
              <a:ext cx="3437908" cy="368307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400">
                  <a:solidFill>
                    <a:schemeClr val="tx1"/>
                  </a:solidFill>
                  <a:ea typeface="Calibri"/>
                  <a:cs typeface="Calibri"/>
                </a:rPr>
                <a:t>Barra de búsqueda</a:t>
              </a:r>
              <a:endParaRPr lang="es-ES" sz="1400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D57B491-CB41-AF7A-5E52-22B0116EADE3}"/>
              </a:ext>
            </a:extLst>
          </p:cNvPr>
          <p:cNvSpPr/>
          <p:nvPr/>
        </p:nvSpPr>
        <p:spPr>
          <a:xfrm>
            <a:off x="390025" y="1709072"/>
            <a:ext cx="3692434" cy="499992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AE6683E5-725B-FFE1-F761-F46FA711CBCA}"/>
              </a:ext>
            </a:extLst>
          </p:cNvPr>
          <p:cNvSpPr txBox="1"/>
          <p:nvPr/>
        </p:nvSpPr>
        <p:spPr>
          <a:xfrm>
            <a:off x="581549" y="2046515"/>
            <a:ext cx="216458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Nombre y Apellidos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DEF30CFF-8DDB-98FE-34EF-B2C4D095EF31}"/>
              </a:ext>
            </a:extLst>
          </p:cNvPr>
          <p:cNvSpPr txBox="1"/>
          <p:nvPr/>
        </p:nvSpPr>
        <p:spPr>
          <a:xfrm>
            <a:off x="581549" y="2805202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Domicilio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100B20CD-7055-E9BF-E166-88DA2D1CB083}"/>
              </a:ext>
            </a:extLst>
          </p:cNvPr>
          <p:cNvSpPr txBox="1"/>
          <p:nvPr/>
        </p:nvSpPr>
        <p:spPr>
          <a:xfrm>
            <a:off x="668635" y="3259089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RUC</a:t>
            </a:r>
            <a:endParaRPr lang="es-ES"/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6E45B0D-2AB0-26B9-8616-C817A0F26E1E}"/>
              </a:ext>
            </a:extLst>
          </p:cNvPr>
          <p:cNvSpPr txBox="1"/>
          <p:nvPr/>
        </p:nvSpPr>
        <p:spPr>
          <a:xfrm>
            <a:off x="668634" y="3724650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Edad</a:t>
            </a: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F4981AE6-DE39-C5E2-D059-D036D933838E}"/>
              </a:ext>
            </a:extLst>
          </p:cNvPr>
          <p:cNvSpPr txBox="1"/>
          <p:nvPr/>
        </p:nvSpPr>
        <p:spPr>
          <a:xfrm>
            <a:off x="581549" y="4157554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Contacto</a:t>
            </a:r>
            <a:endParaRPr lang="es-ES"/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6484A34B-9A7E-AC6B-117A-2BEBE25B1333}"/>
              </a:ext>
            </a:extLst>
          </p:cNvPr>
          <p:cNvSpPr txBox="1"/>
          <p:nvPr/>
        </p:nvSpPr>
        <p:spPr>
          <a:xfrm>
            <a:off x="581549" y="4644886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err="1">
                <a:ea typeface="Calibri"/>
                <a:cs typeface="Calibri"/>
              </a:rPr>
              <a:t>Telefono</a:t>
            </a:r>
            <a:endParaRPr lang="es-ES" err="1"/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964A1929-5205-8FCF-4B27-4A81786376A6}"/>
              </a:ext>
            </a:extLst>
          </p:cNvPr>
          <p:cNvSpPr txBox="1"/>
          <p:nvPr/>
        </p:nvSpPr>
        <p:spPr>
          <a:xfrm>
            <a:off x="658222" y="2351313"/>
            <a:ext cx="245518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EE718572-DD8F-11F2-A84A-40BABA335002}"/>
              </a:ext>
            </a:extLst>
          </p:cNvPr>
          <p:cNvSpPr txBox="1"/>
          <p:nvPr/>
        </p:nvSpPr>
        <p:spPr>
          <a:xfrm>
            <a:off x="1518194" y="2805200"/>
            <a:ext cx="2091853" cy="30793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40" name="TextBox 6">
            <a:extLst>
              <a:ext uri="{FF2B5EF4-FFF2-40B4-BE49-F238E27FC236}">
                <a16:creationId xmlns:a16="http://schemas.microsoft.com/office/drawing/2014/main" id="{2BF1C591-CEAB-ECF8-70C7-37B8CC538A4E}"/>
              </a:ext>
            </a:extLst>
          </p:cNvPr>
          <p:cNvSpPr txBox="1"/>
          <p:nvPr/>
        </p:nvSpPr>
        <p:spPr>
          <a:xfrm>
            <a:off x="1485536" y="3259086"/>
            <a:ext cx="2113468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EB750191-4190-60CE-63E5-71CE32F7B27D}"/>
              </a:ext>
            </a:extLst>
          </p:cNvPr>
          <p:cNvSpPr txBox="1"/>
          <p:nvPr/>
        </p:nvSpPr>
        <p:spPr>
          <a:xfrm>
            <a:off x="1496420" y="3724649"/>
            <a:ext cx="2091539" cy="30761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81D21048-2289-3312-F23A-DFE5C997310A}"/>
              </a:ext>
            </a:extLst>
          </p:cNvPr>
          <p:cNvSpPr txBox="1"/>
          <p:nvPr/>
        </p:nvSpPr>
        <p:spPr>
          <a:xfrm>
            <a:off x="1529079" y="4124897"/>
            <a:ext cx="2080809" cy="34043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46" name="TextBox 6">
            <a:extLst>
              <a:ext uri="{FF2B5EF4-FFF2-40B4-BE49-F238E27FC236}">
                <a16:creationId xmlns:a16="http://schemas.microsoft.com/office/drawing/2014/main" id="{9EDC475A-7347-142A-7B07-76C7D4BDF0A3}"/>
              </a:ext>
            </a:extLst>
          </p:cNvPr>
          <p:cNvSpPr txBox="1"/>
          <p:nvPr/>
        </p:nvSpPr>
        <p:spPr>
          <a:xfrm>
            <a:off x="1529080" y="4644886"/>
            <a:ext cx="2097060" cy="29704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47" name="TextBox 6">
            <a:extLst>
              <a:ext uri="{FF2B5EF4-FFF2-40B4-BE49-F238E27FC236}">
                <a16:creationId xmlns:a16="http://schemas.microsoft.com/office/drawing/2014/main" id="{7543DF7E-D6F8-4B48-ECAF-631D1D293177}"/>
              </a:ext>
            </a:extLst>
          </p:cNvPr>
          <p:cNvSpPr txBox="1"/>
          <p:nvPr/>
        </p:nvSpPr>
        <p:spPr>
          <a:xfrm>
            <a:off x="625090" y="5254486"/>
            <a:ext cx="129372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Ultima Compra</a:t>
            </a:r>
            <a:endParaRPr lang="es-ES" err="1"/>
          </a:p>
        </p:txBody>
      </p:sp>
      <p:sp>
        <p:nvSpPr>
          <p:cNvPr id="48" name="TextBox 6">
            <a:extLst>
              <a:ext uri="{FF2B5EF4-FFF2-40B4-BE49-F238E27FC236}">
                <a16:creationId xmlns:a16="http://schemas.microsoft.com/office/drawing/2014/main" id="{6568DD37-4226-CDF8-6DD2-77ADB5D912CD}"/>
              </a:ext>
            </a:extLst>
          </p:cNvPr>
          <p:cNvSpPr txBox="1"/>
          <p:nvPr/>
        </p:nvSpPr>
        <p:spPr>
          <a:xfrm>
            <a:off x="1910079" y="5254486"/>
            <a:ext cx="1716059" cy="30793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564667B-99B6-DEF4-9674-6ABB698CF1A3}"/>
              </a:ext>
            </a:extLst>
          </p:cNvPr>
          <p:cNvSpPr/>
          <p:nvPr/>
        </p:nvSpPr>
        <p:spPr>
          <a:xfrm>
            <a:off x="1396158" y="6191778"/>
            <a:ext cx="1499272" cy="40084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D419D5-36C5-74BA-4FF3-2F60989CFEAD}"/>
              </a:ext>
            </a:extLst>
          </p:cNvPr>
          <p:cNvSpPr txBox="1"/>
          <p:nvPr/>
        </p:nvSpPr>
        <p:spPr>
          <a:xfrm>
            <a:off x="1518927" y="6240382"/>
            <a:ext cx="185238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Exportar</a:t>
            </a:r>
            <a:r>
              <a:rPr lang="en-US">
                <a:ea typeface="Calibri"/>
                <a:cs typeface="Calibri"/>
              </a:rPr>
              <a:t> CV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265AB5-C166-7D5E-9C7C-414A0007EA34}"/>
              </a:ext>
            </a:extLst>
          </p:cNvPr>
          <p:cNvSpPr/>
          <p:nvPr/>
        </p:nvSpPr>
        <p:spPr>
          <a:xfrm>
            <a:off x="2299515" y="5628560"/>
            <a:ext cx="1499272" cy="40084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A2C973-046D-A8D6-30F4-B135AF5804AA}"/>
              </a:ext>
            </a:extLst>
          </p:cNvPr>
          <p:cNvSpPr/>
          <p:nvPr/>
        </p:nvSpPr>
        <p:spPr>
          <a:xfrm>
            <a:off x="413233" y="5625227"/>
            <a:ext cx="1499272" cy="40084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0C6831-9759-6889-56B6-A9F817BF69CE}"/>
              </a:ext>
            </a:extLst>
          </p:cNvPr>
          <p:cNvSpPr txBox="1"/>
          <p:nvPr/>
        </p:nvSpPr>
        <p:spPr>
          <a:xfrm>
            <a:off x="516201" y="5657937"/>
            <a:ext cx="1881135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>
                <a:ea typeface="Calibri"/>
                <a:cs typeface="Calibri"/>
              </a:rPr>
              <a:t>Nuevo Proveedor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BEE426-06DB-3F6E-4E15-DEFECBF52DAD}"/>
              </a:ext>
            </a:extLst>
          </p:cNvPr>
          <p:cNvSpPr txBox="1"/>
          <p:nvPr/>
        </p:nvSpPr>
        <p:spPr>
          <a:xfrm>
            <a:off x="2421516" y="5646893"/>
            <a:ext cx="1881135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Eliminar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1A15A-9D67-FB9D-8BBC-2E7909B14012}"/>
              </a:ext>
            </a:extLst>
          </p:cNvPr>
          <p:cNvSpPr/>
          <p:nvPr/>
        </p:nvSpPr>
        <p:spPr>
          <a:xfrm>
            <a:off x="9771256" y="6039671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4CCEA-C3BD-2E69-9475-36AD682E25E0}"/>
              </a:ext>
            </a:extLst>
          </p:cNvPr>
          <p:cNvSpPr/>
          <p:nvPr/>
        </p:nvSpPr>
        <p:spPr>
          <a:xfrm>
            <a:off x="10610561" y="6050713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&lt;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D88A85-8289-A388-465D-BEBCE03973B9}"/>
              </a:ext>
            </a:extLst>
          </p:cNvPr>
          <p:cNvSpPr/>
          <p:nvPr/>
        </p:nvSpPr>
        <p:spPr>
          <a:xfrm>
            <a:off x="11328387" y="6039669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&gt;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9B491C6-15CE-6ADF-61B4-C5721C97C16F}"/>
              </a:ext>
            </a:extLst>
          </p:cNvPr>
          <p:cNvSpPr/>
          <p:nvPr/>
        </p:nvSpPr>
        <p:spPr>
          <a:xfrm>
            <a:off x="5033604" y="5995495"/>
            <a:ext cx="2113112" cy="39285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ACTUALIZAR TABLA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1365A1-6FAD-BE66-F28C-410CA5CB3B94}"/>
              </a:ext>
            </a:extLst>
          </p:cNvPr>
          <p:cNvSpPr/>
          <p:nvPr/>
        </p:nvSpPr>
        <p:spPr>
          <a:xfrm>
            <a:off x="6286864" y="354149"/>
            <a:ext cx="5414192" cy="31351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C8BEBF-E890-2CA8-C199-18F3B07B6D6A}"/>
              </a:ext>
            </a:extLst>
          </p:cNvPr>
          <p:cNvSpPr txBox="1"/>
          <p:nvPr/>
        </p:nvSpPr>
        <p:spPr>
          <a:xfrm>
            <a:off x="6287589" y="351405"/>
            <a:ext cx="58285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1400" dirty="0">
                <a:ea typeface="+mn-lt"/>
                <a:cs typeface="+mn-lt"/>
              </a:rPr>
              <a:t>Header: Panel de </a:t>
            </a:r>
            <a:r>
              <a:rPr lang="en-US" sz="1400" dirty="0" err="1">
                <a:ea typeface="+mn-lt"/>
                <a:cs typeface="+mn-lt"/>
              </a:rPr>
              <a:t>admimnistrador</a:t>
            </a:r>
            <a:r>
              <a:rPr lang="en-US" sz="1400" dirty="0">
                <a:ea typeface="+mn-lt"/>
                <a:cs typeface="+mn-lt"/>
              </a:rPr>
              <a:t> | </a:t>
            </a:r>
            <a:r>
              <a:rPr lang="en-US" sz="1400" dirty="0" err="1">
                <a:ea typeface="+mn-lt"/>
                <a:cs typeface="+mn-lt"/>
              </a:rPr>
              <a:t>Inventario</a:t>
            </a:r>
            <a:r>
              <a:rPr lang="es-MX" sz="1400" dirty="0">
                <a:ea typeface="+mn-lt"/>
                <a:cs typeface="+mn-lt"/>
              </a:rPr>
              <a:t> </a:t>
            </a:r>
            <a:r>
              <a:rPr lang="en-US" sz="1400" dirty="0">
                <a:ea typeface="+mn-lt"/>
                <a:cs typeface="+mn-lt"/>
              </a:rPr>
              <a:t>| </a:t>
            </a:r>
            <a:r>
              <a:rPr lang="en-US" sz="1400" dirty="0" err="1">
                <a:ea typeface="+mn-lt"/>
                <a:cs typeface="+mn-lt"/>
              </a:rPr>
              <a:t>Clientes</a:t>
            </a:r>
            <a:r>
              <a:rPr lang="en-US" sz="1400" dirty="0">
                <a:ea typeface="+mn-lt"/>
                <a:cs typeface="+mn-lt"/>
              </a:rPr>
              <a:t>| </a:t>
            </a:r>
            <a:r>
              <a:rPr lang="en-US" sz="1400" dirty="0" err="1">
                <a:ea typeface="+mn-lt"/>
                <a:cs typeface="+mn-lt"/>
              </a:rPr>
              <a:t>Reportes</a:t>
            </a:r>
            <a:endParaRPr lang="es-MX" sz="1400" dirty="0" err="1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0"/>
            <a:ext cx="49874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3200" b="1">
                <a:solidFill>
                  <a:srgbClr val="22C55E"/>
                </a:solidFill>
              </a:rPr>
              <a:t>Catálogo (Listado)</a:t>
            </a:r>
          </a:p>
          <a:p>
            <a:r>
              <a:rPr lang="es-MX"/>
              <a:t>Filtros por categoría, marca, precio, disponibilidad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endParaRPr lang="es-MX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Breadcrumbs / Título de categoría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448056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3280" y="1634876"/>
            <a:ext cx="8321040" cy="430386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795527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Tipos</a:t>
            </a:r>
            <a:r>
              <a:rPr lang="en-US">
                <a:ea typeface="Calibri"/>
                <a:cs typeface="Calibri"/>
              </a:rPr>
              <a:t> de </a:t>
            </a:r>
            <a:r>
              <a:rPr lang="en-US" err="1">
                <a:ea typeface="Calibri"/>
                <a:cs typeface="Calibri"/>
              </a:rPr>
              <a:t>producto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F31F3A-F938-D7CC-0037-9C56A6BCF86A}"/>
              </a:ext>
            </a:extLst>
          </p:cNvPr>
          <p:cNvSpPr txBox="1"/>
          <p:nvPr/>
        </p:nvSpPr>
        <p:spPr>
          <a:xfrm>
            <a:off x="3570577" y="2509298"/>
            <a:ext cx="239599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Imagen del </a:t>
            </a:r>
            <a:r>
              <a:rPr lang="en-US" sz="2000" err="1">
                <a:ea typeface="Calibri"/>
                <a:cs typeface="Calibri"/>
              </a:rPr>
              <a:t>Producto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 err="1">
                <a:ea typeface="Calibri"/>
                <a:cs typeface="Calibri"/>
              </a:rPr>
              <a:t>Precio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191D9-42CF-E2BC-0FC7-ADFE1A52EA49}"/>
              </a:ext>
            </a:extLst>
          </p:cNvPr>
          <p:cNvSpPr txBox="1"/>
          <p:nvPr/>
        </p:nvSpPr>
        <p:spPr>
          <a:xfrm>
            <a:off x="6099533" y="2509298"/>
            <a:ext cx="2605821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Imagen del </a:t>
            </a:r>
            <a:r>
              <a:rPr lang="en-US" sz="2000" err="1">
                <a:ea typeface="Calibri"/>
                <a:cs typeface="Calibri"/>
              </a:rPr>
              <a:t>Producto</a:t>
            </a:r>
            <a:endParaRPr lang="en-US" err="1"/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 err="1">
                <a:ea typeface="Calibri"/>
                <a:cs typeface="Calibri"/>
              </a:rPr>
              <a:t>Precio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9A518-74FE-294B-E341-70F7A77F4678}"/>
              </a:ext>
            </a:extLst>
          </p:cNvPr>
          <p:cNvSpPr txBox="1"/>
          <p:nvPr/>
        </p:nvSpPr>
        <p:spPr>
          <a:xfrm>
            <a:off x="8981881" y="2509298"/>
            <a:ext cx="2561645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Imagen del </a:t>
            </a:r>
            <a:r>
              <a:rPr lang="en-US" sz="2000" err="1">
                <a:ea typeface="Calibri"/>
                <a:cs typeface="Calibri"/>
              </a:rPr>
              <a:t>Producto</a:t>
            </a:r>
            <a:endParaRPr lang="en-US" err="1"/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 err="1">
                <a:ea typeface="Calibri"/>
                <a:cs typeface="Calibri"/>
              </a:rPr>
              <a:t>Precio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A2399-9E47-121E-E051-6CFC10FE02B2}"/>
              </a:ext>
            </a:extLst>
          </p:cNvPr>
          <p:cNvSpPr txBox="1"/>
          <p:nvPr/>
        </p:nvSpPr>
        <p:spPr>
          <a:xfrm>
            <a:off x="3669968" y="4452950"/>
            <a:ext cx="2429124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Imagen del </a:t>
            </a:r>
            <a:r>
              <a:rPr lang="en-US" sz="2000" err="1">
                <a:ea typeface="Calibri"/>
                <a:cs typeface="Calibri"/>
              </a:rPr>
              <a:t>Producto</a:t>
            </a:r>
            <a:endParaRPr lang="en-US" err="1"/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 err="1">
                <a:ea typeface="Calibri"/>
                <a:cs typeface="Calibri"/>
              </a:rPr>
              <a:t>Precio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29A0AB-D7C5-B4AE-1848-E48C6F9F94C0}"/>
              </a:ext>
            </a:extLst>
          </p:cNvPr>
          <p:cNvSpPr txBox="1"/>
          <p:nvPr/>
        </p:nvSpPr>
        <p:spPr>
          <a:xfrm>
            <a:off x="6386663" y="4452949"/>
            <a:ext cx="2462254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Imagen del </a:t>
            </a:r>
            <a:r>
              <a:rPr lang="en-US" sz="2000" err="1">
                <a:ea typeface="Calibri"/>
                <a:cs typeface="Calibri"/>
              </a:rPr>
              <a:t>Producto</a:t>
            </a:r>
            <a:endParaRPr lang="en-US" err="1"/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 err="1">
                <a:ea typeface="Calibri"/>
                <a:cs typeface="Calibri"/>
              </a:rPr>
              <a:t>Precio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6AAA8-4E3B-171B-22E0-0AE731FAC9A4}"/>
              </a:ext>
            </a:extLst>
          </p:cNvPr>
          <p:cNvSpPr txBox="1"/>
          <p:nvPr/>
        </p:nvSpPr>
        <p:spPr>
          <a:xfrm>
            <a:off x="8981881" y="4452950"/>
            <a:ext cx="2561645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Imagen del </a:t>
            </a:r>
            <a:r>
              <a:rPr lang="en-US" sz="2000" err="1">
                <a:ea typeface="Calibri"/>
                <a:cs typeface="Calibri"/>
              </a:rPr>
              <a:t>Producto</a:t>
            </a:r>
            <a:endParaRPr lang="en-US" err="1"/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2000" err="1">
                <a:ea typeface="Calibri"/>
                <a:cs typeface="Calibri"/>
              </a:rPr>
              <a:t>Precio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BB06D071-69AA-C117-C9EE-D5D1B48080BC}"/>
              </a:ext>
            </a:extLst>
          </p:cNvPr>
          <p:cNvSpPr txBox="1"/>
          <p:nvPr/>
        </p:nvSpPr>
        <p:spPr>
          <a:xfrm>
            <a:off x="581549" y="2805202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Ordenar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1D961A3A-2B59-5C9F-4F37-9DA42F4244C0}"/>
              </a:ext>
            </a:extLst>
          </p:cNvPr>
          <p:cNvSpPr txBox="1"/>
          <p:nvPr/>
        </p:nvSpPr>
        <p:spPr>
          <a:xfrm>
            <a:off x="602374" y="3115524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Todo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17C2AE89-6B6A-B36F-B5FB-1FD5D5F3ACBB}"/>
              </a:ext>
            </a:extLst>
          </p:cNvPr>
          <p:cNvSpPr txBox="1"/>
          <p:nvPr/>
        </p:nvSpPr>
        <p:spPr>
          <a:xfrm>
            <a:off x="602373" y="3525868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err="1">
                <a:ea typeface="Calibri"/>
                <a:cs typeface="Calibri"/>
              </a:rPr>
              <a:t>Lacteos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FB3A82A-5A25-00E0-2706-A52A1ADFCECB}"/>
              </a:ext>
            </a:extLst>
          </p:cNvPr>
          <p:cNvSpPr txBox="1"/>
          <p:nvPr/>
        </p:nvSpPr>
        <p:spPr>
          <a:xfrm>
            <a:off x="581549" y="3892511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Plásticos</a:t>
            </a:r>
            <a:endParaRPr lang="es-ES"/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A40B0FEF-7061-F61D-5119-198E85B2297A}"/>
              </a:ext>
            </a:extLst>
          </p:cNvPr>
          <p:cNvSpPr txBox="1"/>
          <p:nvPr/>
        </p:nvSpPr>
        <p:spPr>
          <a:xfrm>
            <a:off x="603636" y="4302538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Ver más..</a:t>
            </a:r>
            <a:endParaRPr lang="es-ES" err="1"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A1D13011-6F23-FFE0-DE6F-601B3E70892D}"/>
              </a:ext>
            </a:extLst>
          </p:cNvPr>
          <p:cNvSpPr txBox="1"/>
          <p:nvPr/>
        </p:nvSpPr>
        <p:spPr>
          <a:xfrm>
            <a:off x="669897" y="1778158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err="1">
                <a:ea typeface="Calibri"/>
                <a:cs typeface="Calibri"/>
              </a:rPr>
              <a:t>Busqueda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7B3AD082-9422-1E35-0E46-DABA558F864E}"/>
              </a:ext>
            </a:extLst>
          </p:cNvPr>
          <p:cNvSpPr txBox="1"/>
          <p:nvPr/>
        </p:nvSpPr>
        <p:spPr>
          <a:xfrm>
            <a:off x="606949" y="2090529"/>
            <a:ext cx="245518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DE158E-D8DF-1470-8777-946522A534DF}"/>
              </a:ext>
            </a:extLst>
          </p:cNvPr>
          <p:cNvCxnSpPr/>
          <p:nvPr/>
        </p:nvCxnSpPr>
        <p:spPr>
          <a:xfrm flipV="1">
            <a:off x="680278" y="2748722"/>
            <a:ext cx="2383182" cy="2209"/>
          </a:xfrm>
          <a:prstGeom prst="straightConnector1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46158A-F95B-3579-28F7-99BDBAD2963E}"/>
              </a:ext>
            </a:extLst>
          </p:cNvPr>
          <p:cNvCxnSpPr>
            <a:cxnSpLocks/>
          </p:cNvCxnSpPr>
          <p:nvPr/>
        </p:nvCxnSpPr>
        <p:spPr>
          <a:xfrm flipV="1">
            <a:off x="636104" y="4659244"/>
            <a:ext cx="2383182" cy="2209"/>
          </a:xfrm>
          <a:prstGeom prst="straightConnector1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6">
            <a:extLst>
              <a:ext uri="{FF2B5EF4-FFF2-40B4-BE49-F238E27FC236}">
                <a16:creationId xmlns:a16="http://schemas.microsoft.com/office/drawing/2014/main" id="{D35E2888-61C1-43D8-D65C-5684535271E9}"/>
              </a:ext>
            </a:extLst>
          </p:cNvPr>
          <p:cNvSpPr txBox="1"/>
          <p:nvPr/>
        </p:nvSpPr>
        <p:spPr>
          <a:xfrm>
            <a:off x="684253" y="5160616"/>
            <a:ext cx="2046576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ED552EEB-00FA-854D-2F13-96E184DF57D1}"/>
              </a:ext>
            </a:extLst>
          </p:cNvPr>
          <p:cNvSpPr txBox="1"/>
          <p:nvPr/>
        </p:nvSpPr>
        <p:spPr>
          <a:xfrm>
            <a:off x="603636" y="4809120"/>
            <a:ext cx="11630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Rango</a:t>
            </a:r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7CC68EC-5647-8902-0886-DB7CCFC0B00D}"/>
              </a:ext>
            </a:extLst>
          </p:cNvPr>
          <p:cNvSpPr/>
          <p:nvPr/>
        </p:nvSpPr>
        <p:spPr>
          <a:xfrm>
            <a:off x="655982" y="5488610"/>
            <a:ext cx="4455381" cy="31805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19"/>
            <a:ext cx="3559116" cy="8617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s-PE" sz="3200" b="1">
                <a:solidFill>
                  <a:srgbClr val="22C55E"/>
                </a:solidFill>
              </a:rPr>
              <a:t>Detalle de Producto</a:t>
            </a:r>
            <a:endParaRPr lang="es-MX" sz="3200" b="1">
              <a:solidFill>
                <a:srgbClr val="22C55E"/>
              </a:solidFill>
              <a:ea typeface="Calibri"/>
              <a:cs typeface="Calibri"/>
            </a:endParaRPr>
          </a:p>
          <a:p>
            <a:endParaRPr lang="es-MX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4939" y="1046922"/>
            <a:ext cx="4293705" cy="208324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Galería/Foto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4914" y="1046921"/>
            <a:ext cx="3855057" cy="255811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6077447" y="2376777"/>
            <a:ext cx="239599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Seleccione</a:t>
            </a:r>
            <a:r>
              <a:rPr lang="en-US" sz="1200">
                <a:ea typeface="Calibri"/>
                <a:cs typeface="Calibri"/>
              </a:rPr>
              <a:t> </a:t>
            </a:r>
            <a:r>
              <a:rPr lang="en-US" sz="1200" err="1">
                <a:ea typeface="Calibri"/>
                <a:cs typeface="Calibri"/>
              </a:rPr>
              <a:t>su</a:t>
            </a:r>
            <a:r>
              <a:rPr lang="en-US" sz="1200">
                <a:ea typeface="Calibri"/>
                <a:cs typeface="Calibri"/>
              </a:rPr>
              <a:t> </a:t>
            </a:r>
            <a:r>
              <a:rPr lang="en-US" sz="1200" err="1">
                <a:ea typeface="Calibri"/>
                <a:cs typeface="Calibri"/>
              </a:rPr>
              <a:t>cantidad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939" y="3434523"/>
            <a:ext cx="4455381" cy="31805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450204"/>
            <a:ext cx="34380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/>
              <a:t>Descripción</a:t>
            </a:r>
            <a:r>
              <a:t> | </a:t>
            </a:r>
            <a:r>
              <a:rPr err="1"/>
              <a:t>Ingredientes</a:t>
            </a:r>
            <a:r>
              <a:t> | </a:t>
            </a:r>
            <a:r>
              <a:rPr err="1"/>
              <a:t>Opiniones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5983" y="5989541"/>
            <a:ext cx="11037294" cy="80573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167" y="5486179"/>
            <a:ext cx="108813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Productos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Relacionados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F074280-E157-5510-090C-F50475F84E6D}"/>
              </a:ext>
            </a:extLst>
          </p:cNvPr>
          <p:cNvSpPr/>
          <p:nvPr/>
        </p:nvSpPr>
        <p:spPr>
          <a:xfrm>
            <a:off x="6096186" y="3121508"/>
            <a:ext cx="1837029" cy="241403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Añadir al Carrito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DEDDBCFB-6DE4-7B08-F1EF-ECDB06D2B0D3}"/>
              </a:ext>
            </a:extLst>
          </p:cNvPr>
          <p:cNvSpPr txBox="1"/>
          <p:nvPr/>
        </p:nvSpPr>
        <p:spPr>
          <a:xfrm>
            <a:off x="6101237" y="2650591"/>
            <a:ext cx="1937245" cy="23282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 sz="1200"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92C972D8-ABBC-1039-6534-7C6742674E21}"/>
              </a:ext>
            </a:extLst>
          </p:cNvPr>
          <p:cNvSpPr txBox="1"/>
          <p:nvPr/>
        </p:nvSpPr>
        <p:spPr>
          <a:xfrm>
            <a:off x="6079150" y="1082417"/>
            <a:ext cx="1937245" cy="27699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200">
                <a:ea typeface="Calibri"/>
                <a:cs typeface="Calibri"/>
              </a:rPr>
              <a:t>Titulo</a:t>
            </a:r>
            <a:endParaRPr lang="es-ES" sz="1200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5C3E6F02-F509-A80E-8AEA-EECB47DAE0C0}"/>
              </a:ext>
            </a:extLst>
          </p:cNvPr>
          <p:cNvSpPr txBox="1"/>
          <p:nvPr/>
        </p:nvSpPr>
        <p:spPr>
          <a:xfrm>
            <a:off x="6079150" y="1557286"/>
            <a:ext cx="1937245" cy="27699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200">
                <a:ea typeface="Calibri"/>
                <a:cs typeface="Calibri"/>
              </a:rPr>
              <a:t>Precio</a:t>
            </a:r>
            <a:endParaRPr lang="es-ES" sz="1200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48A56A87-9E50-D424-6D88-DE3B8F732DB3}"/>
              </a:ext>
            </a:extLst>
          </p:cNvPr>
          <p:cNvSpPr txBox="1"/>
          <p:nvPr/>
        </p:nvSpPr>
        <p:spPr>
          <a:xfrm>
            <a:off x="6079150" y="2010068"/>
            <a:ext cx="1937245" cy="27699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200">
                <a:ea typeface="Calibri"/>
                <a:cs typeface="Calibri"/>
              </a:rPr>
              <a:t>Precio</a:t>
            </a:r>
            <a:endParaRPr lang="es-E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39A93F-C11C-3AA8-ADCF-279801923CE8}"/>
              </a:ext>
            </a:extLst>
          </p:cNvPr>
          <p:cNvSpPr/>
          <p:nvPr/>
        </p:nvSpPr>
        <p:spPr>
          <a:xfrm>
            <a:off x="655982" y="3924411"/>
            <a:ext cx="10164857" cy="1379991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40433-49EF-EC19-46AA-0FC0C8F656D5}"/>
              </a:ext>
            </a:extLst>
          </p:cNvPr>
          <p:cNvSpPr txBox="1"/>
          <p:nvPr/>
        </p:nvSpPr>
        <p:spPr>
          <a:xfrm>
            <a:off x="1019534" y="4121646"/>
            <a:ext cx="176651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Seleccione</a:t>
            </a:r>
            <a:r>
              <a:rPr lang="en-US" sz="1200">
                <a:ea typeface="Calibri"/>
                <a:cs typeface="Calibri"/>
              </a:rPr>
              <a:t> </a:t>
            </a:r>
            <a:r>
              <a:rPr lang="en-US" sz="1200" err="1">
                <a:ea typeface="Calibri"/>
                <a:cs typeface="Calibri"/>
              </a:rPr>
              <a:t>su</a:t>
            </a:r>
            <a:r>
              <a:rPr lang="en-US" sz="1200">
                <a:ea typeface="Calibri"/>
                <a:cs typeface="Calibri"/>
              </a:rPr>
              <a:t> </a:t>
            </a:r>
            <a:r>
              <a:rPr lang="en-US" sz="1200" err="1">
                <a:ea typeface="Calibri"/>
                <a:cs typeface="Calibri"/>
              </a:rPr>
              <a:t>cantidad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81CC98-2F14-0B6D-FEC1-76153378A57E}"/>
              </a:ext>
            </a:extLst>
          </p:cNvPr>
          <p:cNvSpPr txBox="1"/>
          <p:nvPr/>
        </p:nvSpPr>
        <p:spPr>
          <a:xfrm>
            <a:off x="4652838" y="4121646"/>
            <a:ext cx="239599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Ingredientes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364AC-79F7-F561-C203-8874F26EE267}"/>
              </a:ext>
            </a:extLst>
          </p:cNvPr>
          <p:cNvSpPr txBox="1"/>
          <p:nvPr/>
        </p:nvSpPr>
        <p:spPr>
          <a:xfrm>
            <a:off x="8429707" y="4121646"/>
            <a:ext cx="239599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Opiniones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57344E-AA9E-816A-D6EA-228FD723FB22}"/>
              </a:ext>
            </a:extLst>
          </p:cNvPr>
          <p:cNvSpPr txBox="1"/>
          <p:nvPr/>
        </p:nvSpPr>
        <p:spPr>
          <a:xfrm>
            <a:off x="909099" y="6065298"/>
            <a:ext cx="176651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Icono del product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Precio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46F10B-220C-C229-A113-76F6BBFF8D7D}"/>
              </a:ext>
            </a:extLst>
          </p:cNvPr>
          <p:cNvSpPr txBox="1"/>
          <p:nvPr/>
        </p:nvSpPr>
        <p:spPr>
          <a:xfrm>
            <a:off x="3979186" y="6065298"/>
            <a:ext cx="176651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Icono del product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Precio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9C724D-132E-6DF2-8CFB-637CE6E4FE0E}"/>
              </a:ext>
            </a:extLst>
          </p:cNvPr>
          <p:cNvSpPr txBox="1"/>
          <p:nvPr/>
        </p:nvSpPr>
        <p:spPr>
          <a:xfrm>
            <a:off x="6850490" y="6065298"/>
            <a:ext cx="176651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Icono del product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Precio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C76ED3-0079-82A8-62D8-D2FC791CD204}"/>
              </a:ext>
            </a:extLst>
          </p:cNvPr>
          <p:cNvSpPr txBox="1"/>
          <p:nvPr/>
        </p:nvSpPr>
        <p:spPr>
          <a:xfrm>
            <a:off x="9324229" y="6065297"/>
            <a:ext cx="176651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Icono del product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>
                <a:ea typeface="Calibri"/>
                <a:cs typeface="Calibri"/>
              </a:rPr>
              <a:t>Nombre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rPr lang="en-US" sz="1200" err="1">
                <a:ea typeface="Calibri"/>
                <a:cs typeface="Calibri"/>
              </a:rPr>
              <a:t>Precio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B809DD4E-7EAD-9F63-E975-643AB349E061}"/>
              </a:ext>
            </a:extLst>
          </p:cNvPr>
          <p:cNvSpPr/>
          <p:nvPr/>
        </p:nvSpPr>
        <p:spPr>
          <a:xfrm>
            <a:off x="461606" y="529500"/>
            <a:ext cx="2018455" cy="38075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Menú desplegable</a:t>
            </a:r>
            <a:endParaRPr lang="es-ES" err="1">
              <a:solidFill>
                <a:schemeClr val="tx1"/>
              </a:solidFill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14653FF3-1EFE-36B8-50E3-95B7A2B44C9B}"/>
              </a:ext>
            </a:extLst>
          </p:cNvPr>
          <p:cNvSpPr/>
          <p:nvPr/>
        </p:nvSpPr>
        <p:spPr>
          <a:xfrm>
            <a:off x="2681344" y="518456"/>
            <a:ext cx="3078629" cy="391801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Nombre de la tienda</a:t>
            </a:r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796A666-0E30-E2D6-3D6D-3737FD2CD222}"/>
              </a:ext>
            </a:extLst>
          </p:cNvPr>
          <p:cNvSpPr txBox="1"/>
          <p:nvPr/>
        </p:nvSpPr>
        <p:spPr>
          <a:xfrm>
            <a:off x="1660456" y="1458918"/>
            <a:ext cx="666879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Busqueda</a:t>
            </a:r>
            <a:r>
              <a:rPr lang="en-US">
                <a:ea typeface="Calibri"/>
                <a:cs typeface="Calibri"/>
              </a:rPr>
              <a:t> /</a:t>
            </a:r>
            <a:r>
              <a:rPr lang="en-US" err="1">
                <a:ea typeface="Calibri"/>
                <a:cs typeface="Calibri"/>
              </a:rPr>
              <a:t>filtros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742890-0DD5-6808-6C23-BBD123AB58EE}"/>
              </a:ext>
            </a:extLst>
          </p:cNvPr>
          <p:cNvSpPr/>
          <p:nvPr/>
        </p:nvSpPr>
        <p:spPr>
          <a:xfrm>
            <a:off x="6264576" y="470758"/>
            <a:ext cx="3551000" cy="24938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Barra de búsqueda</a:t>
            </a:r>
            <a:endParaRPr lang="es-E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0940" y="134068"/>
            <a:ext cx="1423491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PE" sz="3200" b="1">
                <a:solidFill>
                  <a:srgbClr val="22C55E"/>
                </a:solidFill>
              </a:rPr>
              <a:t>Carrito</a:t>
            </a:r>
          </a:p>
          <a:p>
            <a:endParaRPr lang="es-PE">
              <a:ea typeface="Calibri"/>
              <a:cs typeface="Calibri"/>
            </a:endParaRPr>
          </a:p>
          <a:p>
            <a:pPr lvl="1">
              <a:defRPr sz="1600">
                <a:solidFill>
                  <a:srgbClr val="374151"/>
                </a:solidFill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72533" y="988483"/>
            <a:ext cx="7589520" cy="457200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0729" y="826052"/>
            <a:ext cx="1818202" cy="1314175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87349" y="1150951"/>
            <a:ext cx="253470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400" err="1">
                <a:ea typeface="Calibri"/>
                <a:cs typeface="Calibri"/>
              </a:rPr>
              <a:t>Producto</a:t>
            </a:r>
            <a:r>
              <a:rPr lang="en-US" sz="2400">
                <a:ea typeface="Calibri"/>
                <a:cs typeface="Calibri"/>
              </a:rPr>
              <a:t> 1 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845B7C8-8E9B-FEC1-7FCB-DED184AAE2C8}"/>
              </a:ext>
            </a:extLst>
          </p:cNvPr>
          <p:cNvSpPr/>
          <p:nvPr/>
        </p:nvSpPr>
        <p:spPr>
          <a:xfrm>
            <a:off x="1388165" y="4270236"/>
            <a:ext cx="2632194" cy="44358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 "Pedido"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6CDA7AC-8803-2A0F-7103-E7294EF70277}"/>
              </a:ext>
            </a:extLst>
          </p:cNvPr>
          <p:cNvSpPr/>
          <p:nvPr/>
        </p:nvSpPr>
        <p:spPr>
          <a:xfrm>
            <a:off x="9711266" y="6015567"/>
            <a:ext cx="1516803" cy="46566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Botón-Seguir comprando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EE141-73A0-DA50-100B-E5B4D1FE20E2}"/>
              </a:ext>
            </a:extLst>
          </p:cNvPr>
          <p:cNvSpPr/>
          <p:nvPr/>
        </p:nvSpPr>
        <p:spPr>
          <a:xfrm>
            <a:off x="8770730" y="2637182"/>
            <a:ext cx="1818201" cy="132521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3E04F-8669-3B4A-3D4C-F56BA264399D}"/>
              </a:ext>
            </a:extLst>
          </p:cNvPr>
          <p:cNvSpPr txBox="1"/>
          <p:nvPr/>
        </p:nvSpPr>
        <p:spPr>
          <a:xfrm>
            <a:off x="8887349" y="2951039"/>
            <a:ext cx="159600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400" err="1">
                <a:ea typeface="Calibri"/>
                <a:cs typeface="Calibri"/>
              </a:rPr>
              <a:t>Producto</a:t>
            </a:r>
            <a:r>
              <a:rPr lang="en-US" sz="2400">
                <a:ea typeface="Calibri"/>
                <a:cs typeface="Calibri"/>
              </a:rPr>
              <a:t> 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EAEF06-30BD-65BB-59D5-75657C84DEC2}"/>
              </a:ext>
            </a:extLst>
          </p:cNvPr>
          <p:cNvSpPr/>
          <p:nvPr/>
        </p:nvSpPr>
        <p:spPr>
          <a:xfrm>
            <a:off x="8770730" y="4271617"/>
            <a:ext cx="1818201" cy="132521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6F7FAD7-C52C-001B-F860-642A120466D0}"/>
              </a:ext>
            </a:extLst>
          </p:cNvPr>
          <p:cNvSpPr/>
          <p:nvPr/>
        </p:nvSpPr>
        <p:spPr>
          <a:xfrm>
            <a:off x="853017" y="1507067"/>
            <a:ext cx="1516803" cy="46566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 Contacto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CDF5E666-4824-924C-88E4-679F05C49239}"/>
              </a:ext>
            </a:extLst>
          </p:cNvPr>
          <p:cNvSpPr/>
          <p:nvPr/>
        </p:nvSpPr>
        <p:spPr>
          <a:xfrm>
            <a:off x="979556" y="2506961"/>
            <a:ext cx="3076694" cy="97366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Descripción y precios de los productos más sumas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641D59-100E-902E-B1DE-9E347E2C9892}"/>
              </a:ext>
            </a:extLst>
          </p:cNvPr>
          <p:cNvSpPr txBox="1"/>
          <p:nvPr/>
        </p:nvSpPr>
        <p:spPr>
          <a:xfrm>
            <a:off x="8887349" y="4475039"/>
            <a:ext cx="159600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400" err="1">
                <a:ea typeface="Calibri"/>
                <a:cs typeface="Calibri"/>
              </a:rPr>
              <a:t>Producto</a:t>
            </a:r>
            <a:r>
              <a:rPr lang="en-US" sz="2400">
                <a:ea typeface="Calibri"/>
                <a:cs typeface="Calibri"/>
              </a:rPr>
              <a:t> 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8443A-245C-D12B-622A-85E25CEC812B}"/>
              </a:ext>
            </a:extLst>
          </p:cNvPr>
          <p:cNvSpPr txBox="1"/>
          <p:nvPr/>
        </p:nvSpPr>
        <p:spPr>
          <a:xfrm>
            <a:off x="8883374" y="1713283"/>
            <a:ext cx="1773134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PE" sz="1400">
                <a:ea typeface="Calibri"/>
                <a:cs typeface="Calibri"/>
              </a:rPr>
              <a:t>Nombre del Producto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42B4FD-DD04-216D-21C0-E6FDABC57C3B}"/>
              </a:ext>
            </a:extLst>
          </p:cNvPr>
          <p:cNvSpPr txBox="1"/>
          <p:nvPr/>
        </p:nvSpPr>
        <p:spPr>
          <a:xfrm>
            <a:off x="8817113" y="3480239"/>
            <a:ext cx="1773134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PE" sz="1400">
                <a:ea typeface="Calibri"/>
                <a:cs typeface="Calibri"/>
              </a:rPr>
              <a:t>Nombre del Producto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A49BF-C212-6F86-7A25-30249901A88D}"/>
              </a:ext>
            </a:extLst>
          </p:cNvPr>
          <p:cNvSpPr txBox="1"/>
          <p:nvPr/>
        </p:nvSpPr>
        <p:spPr>
          <a:xfrm>
            <a:off x="8817113" y="5004239"/>
            <a:ext cx="1773134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PE" sz="1400">
                <a:ea typeface="Calibri"/>
                <a:cs typeface="Calibri"/>
              </a:rPr>
              <a:t>Nombre del Producto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endParaRPr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50913368-3B70-99EA-6C10-6249E51458C8}"/>
              </a:ext>
            </a:extLst>
          </p:cNvPr>
          <p:cNvSpPr/>
          <p:nvPr/>
        </p:nvSpPr>
        <p:spPr>
          <a:xfrm>
            <a:off x="10279545" y="139055"/>
            <a:ext cx="1516803" cy="46566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Botón-Volver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6981728B-127A-3B25-C00C-41847DAB738A}"/>
              </a:ext>
            </a:extLst>
          </p:cNvPr>
          <p:cNvSpPr/>
          <p:nvPr/>
        </p:nvSpPr>
        <p:spPr>
          <a:xfrm>
            <a:off x="641349" y="6015566"/>
            <a:ext cx="2638636" cy="46566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Botón-Salir de compra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B60B0B5C-5254-0129-7018-45AFAB8F280B}"/>
              </a:ext>
            </a:extLst>
          </p:cNvPr>
          <p:cNvSpPr txBox="1"/>
          <p:nvPr/>
        </p:nvSpPr>
        <p:spPr>
          <a:xfrm>
            <a:off x="849906" y="2090527"/>
            <a:ext cx="3714141" cy="33855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600">
                <a:ea typeface="Calibri"/>
                <a:cs typeface="Calibri"/>
              </a:rPr>
              <a:t>Email </a:t>
            </a:r>
            <a:r>
              <a:rPr lang="es-ES" sz="1600" err="1">
                <a:ea typeface="Calibri"/>
                <a:cs typeface="Calibri"/>
              </a:rPr>
              <a:t>Address</a:t>
            </a:r>
            <a:endParaRPr lang="es-ES" sz="1600"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D0DA12-C0E4-65F4-846F-83FE6AEE6AF3}"/>
              </a:ext>
            </a:extLst>
          </p:cNvPr>
          <p:cNvSpPr txBox="1"/>
          <p:nvPr/>
        </p:nvSpPr>
        <p:spPr>
          <a:xfrm>
            <a:off x="1141012" y="3657821"/>
            <a:ext cx="239599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000">
                <a:ea typeface="Calibri"/>
                <a:cs typeface="Calibri"/>
              </a:rPr>
              <a:t>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4AE211-771C-4271-42D0-A89D4CFD3B06}"/>
              </a:ext>
            </a:extLst>
          </p:cNvPr>
          <p:cNvSpPr/>
          <p:nvPr/>
        </p:nvSpPr>
        <p:spPr>
          <a:xfrm>
            <a:off x="217368" y="1774332"/>
            <a:ext cx="3610243" cy="481281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82586" y="1730159"/>
            <a:ext cx="7287720" cy="409498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21325" y="1867527"/>
            <a:ext cx="666879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/>
              <a:t>Tabla</a:t>
            </a:r>
            <a:r>
              <a:t>: </a:t>
            </a:r>
            <a:r>
              <a:rPr lang="en-US"/>
              <a:t> ID | Nombre y </a:t>
            </a:r>
            <a:r>
              <a:rPr lang="en-US" err="1"/>
              <a:t>Apellidos</a:t>
            </a:r>
            <a:r>
              <a:t>| </a:t>
            </a:r>
            <a:r>
              <a:rPr lang="es-ES"/>
              <a:t>Documento</a:t>
            </a:r>
            <a:r>
              <a:t> | </a:t>
            </a:r>
            <a:r>
              <a:rPr lang="es-ES"/>
              <a:t>Teléfono</a:t>
            </a:r>
            <a:r>
              <a:t> | </a:t>
            </a:r>
            <a:r>
              <a:rPr lang="es-ES"/>
              <a:t>Última</a:t>
            </a:r>
            <a:r>
              <a:t> </a:t>
            </a:r>
            <a:r>
              <a:rPr lang="es-ES"/>
              <a:t>compra</a:t>
            </a:r>
            <a:r>
              <a:t> | Ticket 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91D323-20D1-374C-0130-5C3414947A38}"/>
              </a:ext>
            </a:extLst>
          </p:cNvPr>
          <p:cNvSpPr/>
          <p:nvPr/>
        </p:nvSpPr>
        <p:spPr>
          <a:xfrm>
            <a:off x="1428815" y="5821664"/>
            <a:ext cx="1499272" cy="40084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298D0-A4AA-295F-5B08-AC97263F5655}"/>
              </a:ext>
            </a:extLst>
          </p:cNvPr>
          <p:cNvSpPr txBox="1"/>
          <p:nvPr/>
        </p:nvSpPr>
        <p:spPr>
          <a:xfrm>
            <a:off x="1573356" y="5870267"/>
            <a:ext cx="185238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Exportar</a:t>
            </a:r>
            <a:r>
              <a:rPr lang="en-US">
                <a:ea typeface="Calibri"/>
                <a:cs typeface="Calibri"/>
              </a:rPr>
              <a:t> CV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B783F-D302-B651-9317-59F8290C3CBE}"/>
              </a:ext>
            </a:extLst>
          </p:cNvPr>
          <p:cNvSpPr/>
          <p:nvPr/>
        </p:nvSpPr>
        <p:spPr>
          <a:xfrm flipV="1">
            <a:off x="272585" y="1164800"/>
            <a:ext cx="5598069" cy="38866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4E1388-D002-05BB-28FE-0CCA12267F14}"/>
              </a:ext>
            </a:extLst>
          </p:cNvPr>
          <p:cNvSpPr txBox="1"/>
          <p:nvPr/>
        </p:nvSpPr>
        <p:spPr>
          <a:xfrm>
            <a:off x="489847" y="1160744"/>
            <a:ext cx="666879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Busqueda</a:t>
            </a:r>
            <a:r>
              <a:rPr lang="en-US">
                <a:ea typeface="Calibri"/>
                <a:cs typeface="Calibri"/>
              </a:rPr>
              <a:t> /</a:t>
            </a:r>
            <a:r>
              <a:rPr lang="en-US" err="1">
                <a:ea typeface="Calibri"/>
                <a:cs typeface="Calibri"/>
              </a:rPr>
              <a:t>filtros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4FEFF7-8198-A319-677F-F90A436617DF}"/>
              </a:ext>
            </a:extLst>
          </p:cNvPr>
          <p:cNvSpPr/>
          <p:nvPr/>
        </p:nvSpPr>
        <p:spPr>
          <a:xfrm>
            <a:off x="2179772" y="5258446"/>
            <a:ext cx="1499272" cy="40084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ED223-9672-386C-CAD1-1CC5806EDC2C}"/>
              </a:ext>
            </a:extLst>
          </p:cNvPr>
          <p:cNvSpPr txBox="1"/>
          <p:nvPr/>
        </p:nvSpPr>
        <p:spPr>
          <a:xfrm>
            <a:off x="2184082" y="5299340"/>
            <a:ext cx="188113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err="1">
                <a:ea typeface="Calibri"/>
                <a:cs typeface="Calibri"/>
              </a:rPr>
              <a:t>Eliminar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685F7F-3999-3429-BF10-8B86941E9C92}"/>
              </a:ext>
            </a:extLst>
          </p:cNvPr>
          <p:cNvSpPr/>
          <p:nvPr/>
        </p:nvSpPr>
        <p:spPr>
          <a:xfrm>
            <a:off x="413233" y="5255113"/>
            <a:ext cx="1499272" cy="40084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92EF4A-1295-2FF2-F425-75F8FB8387D2}"/>
              </a:ext>
            </a:extLst>
          </p:cNvPr>
          <p:cNvSpPr txBox="1"/>
          <p:nvPr/>
        </p:nvSpPr>
        <p:spPr>
          <a:xfrm>
            <a:off x="494430" y="5255166"/>
            <a:ext cx="1881135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>
                <a:ea typeface="Calibri"/>
                <a:cs typeface="Calibri"/>
              </a:rPr>
              <a:t>Nuevo </a:t>
            </a:r>
            <a:r>
              <a:rPr lang="en-US" err="1">
                <a:ea typeface="Calibri"/>
                <a:cs typeface="Calibri"/>
              </a:rPr>
              <a:t>Producto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BAA4875F-0343-95A8-940D-0115AE9BD482}"/>
              </a:ext>
            </a:extLst>
          </p:cNvPr>
          <p:cNvSpPr txBox="1"/>
          <p:nvPr/>
        </p:nvSpPr>
        <p:spPr>
          <a:xfrm>
            <a:off x="1876949" y="2002180"/>
            <a:ext cx="1814663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F41C2CAB-3911-5EC9-C596-35E822E73B54}"/>
              </a:ext>
            </a:extLst>
          </p:cNvPr>
          <p:cNvSpPr txBox="1"/>
          <p:nvPr/>
        </p:nvSpPr>
        <p:spPr>
          <a:xfrm>
            <a:off x="1921124" y="2466008"/>
            <a:ext cx="175944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C764E39D-C94B-4264-D5B3-1306BD21FF5F}"/>
              </a:ext>
            </a:extLst>
          </p:cNvPr>
          <p:cNvSpPr txBox="1"/>
          <p:nvPr/>
        </p:nvSpPr>
        <p:spPr>
          <a:xfrm>
            <a:off x="1578775" y="3029224"/>
            <a:ext cx="2101793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31201B57-199D-1BF0-0459-AE3765A41F51}"/>
              </a:ext>
            </a:extLst>
          </p:cNvPr>
          <p:cNvSpPr txBox="1"/>
          <p:nvPr/>
        </p:nvSpPr>
        <p:spPr>
          <a:xfrm>
            <a:off x="1578774" y="3603486"/>
            <a:ext cx="2101792" cy="31882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36A8CDF8-995B-7D33-ABA8-3FDDF7F95D1B}"/>
              </a:ext>
            </a:extLst>
          </p:cNvPr>
          <p:cNvSpPr txBox="1"/>
          <p:nvPr/>
        </p:nvSpPr>
        <p:spPr>
          <a:xfrm>
            <a:off x="1424165" y="4199833"/>
            <a:ext cx="2256402" cy="29673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685278F4-8370-E315-064F-492124DC56A2}"/>
              </a:ext>
            </a:extLst>
          </p:cNvPr>
          <p:cNvSpPr txBox="1"/>
          <p:nvPr/>
        </p:nvSpPr>
        <p:spPr>
          <a:xfrm>
            <a:off x="1435210" y="4752009"/>
            <a:ext cx="2234314" cy="30777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endParaRPr lang="es-ES"/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FEA04AD6-7977-7C5C-F94B-BFA98C554DFB}"/>
              </a:ext>
            </a:extLst>
          </p:cNvPr>
          <p:cNvSpPr txBox="1"/>
          <p:nvPr/>
        </p:nvSpPr>
        <p:spPr>
          <a:xfrm>
            <a:off x="231471" y="2013226"/>
            <a:ext cx="167109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Nombre y Apellidos</a:t>
            </a: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2DFBA21E-403E-9AE9-AE4F-C6B6EF9CA769}"/>
              </a:ext>
            </a:extLst>
          </p:cNvPr>
          <p:cNvSpPr txBox="1"/>
          <p:nvPr/>
        </p:nvSpPr>
        <p:spPr>
          <a:xfrm>
            <a:off x="253558" y="2466008"/>
            <a:ext cx="167109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Documento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F175A6F3-916A-7BB6-8856-933BA6AF49FE}"/>
              </a:ext>
            </a:extLst>
          </p:cNvPr>
          <p:cNvSpPr txBox="1"/>
          <p:nvPr/>
        </p:nvSpPr>
        <p:spPr>
          <a:xfrm>
            <a:off x="319818" y="3029226"/>
            <a:ext cx="167109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Teléfono</a:t>
            </a:r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DB9BC380-B4B5-BBB0-785C-B3624822B056}"/>
              </a:ext>
            </a:extLst>
          </p:cNvPr>
          <p:cNvSpPr txBox="1"/>
          <p:nvPr/>
        </p:nvSpPr>
        <p:spPr>
          <a:xfrm>
            <a:off x="209383" y="3603486"/>
            <a:ext cx="167109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Última compra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9FE92767-3D0F-ADAC-941E-A119BF5E6729}"/>
              </a:ext>
            </a:extLst>
          </p:cNvPr>
          <p:cNvSpPr txBox="1"/>
          <p:nvPr/>
        </p:nvSpPr>
        <p:spPr>
          <a:xfrm>
            <a:off x="209383" y="4199834"/>
            <a:ext cx="167109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Ticket 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DDD74116-B46E-7C4D-AB00-DC9596546D9A}"/>
              </a:ext>
            </a:extLst>
          </p:cNvPr>
          <p:cNvSpPr txBox="1"/>
          <p:nvPr/>
        </p:nvSpPr>
        <p:spPr>
          <a:xfrm>
            <a:off x="253557" y="4752008"/>
            <a:ext cx="167109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>
                <a:ea typeface="Calibri"/>
                <a:cs typeface="Calibri"/>
              </a:rPr>
              <a:t>Acciones</a:t>
            </a:r>
            <a:endParaRPr lang="en-US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FD4E356A-0AEC-6C92-8FA1-21AC22945FCC}"/>
              </a:ext>
            </a:extLst>
          </p:cNvPr>
          <p:cNvSpPr/>
          <p:nvPr/>
        </p:nvSpPr>
        <p:spPr>
          <a:xfrm>
            <a:off x="273865" y="628365"/>
            <a:ext cx="2853025" cy="39285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rgbClr val="00B050"/>
                </a:solidFill>
                <a:ea typeface="Calibri"/>
                <a:cs typeface="Calibri"/>
              </a:rPr>
              <a:t>Administrador - Clientes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D55A6316-7E0B-2F5A-9030-2A4CC25B49D3}"/>
              </a:ext>
            </a:extLst>
          </p:cNvPr>
          <p:cNvSpPr/>
          <p:nvPr/>
        </p:nvSpPr>
        <p:spPr>
          <a:xfrm>
            <a:off x="8545430" y="6028626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01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5B8FB884-3C42-74AE-6C5B-ABE80D128925}"/>
              </a:ext>
            </a:extLst>
          </p:cNvPr>
          <p:cNvSpPr/>
          <p:nvPr/>
        </p:nvSpPr>
        <p:spPr>
          <a:xfrm>
            <a:off x="9406821" y="5995495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&lt;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97C59597-0D40-CCAF-BA93-303EC61E9648}"/>
              </a:ext>
            </a:extLst>
          </p:cNvPr>
          <p:cNvSpPr/>
          <p:nvPr/>
        </p:nvSpPr>
        <p:spPr>
          <a:xfrm>
            <a:off x="10124647" y="5984451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&gt;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992193B0-B037-4D79-2662-83BB47A8CF48}"/>
              </a:ext>
            </a:extLst>
          </p:cNvPr>
          <p:cNvSpPr/>
          <p:nvPr/>
        </p:nvSpPr>
        <p:spPr>
          <a:xfrm>
            <a:off x="318040" y="142978"/>
            <a:ext cx="2018455" cy="38075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Menú desplegable</a:t>
            </a:r>
            <a:endParaRPr lang="es-ES" err="1">
              <a:solidFill>
                <a:schemeClr val="tx1"/>
              </a:solidFill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B57C787C-EB55-55CB-55CB-0E27EDC6BA0F}"/>
              </a:ext>
            </a:extLst>
          </p:cNvPr>
          <p:cNvSpPr/>
          <p:nvPr/>
        </p:nvSpPr>
        <p:spPr>
          <a:xfrm>
            <a:off x="2791779" y="142978"/>
            <a:ext cx="3078629" cy="391801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Nombre de la tienda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8216AF9-1FE0-C12F-DD57-C45CA5D80924}"/>
              </a:ext>
            </a:extLst>
          </p:cNvPr>
          <p:cNvSpPr/>
          <p:nvPr/>
        </p:nvSpPr>
        <p:spPr>
          <a:xfrm>
            <a:off x="5033604" y="5995495"/>
            <a:ext cx="2113112" cy="392852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ACTUALIZAR TABLA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FFF41-EB78-FF9F-428A-476D7CD474AA}"/>
              </a:ext>
            </a:extLst>
          </p:cNvPr>
          <p:cNvSpPr/>
          <p:nvPr/>
        </p:nvSpPr>
        <p:spPr>
          <a:xfrm>
            <a:off x="6286864" y="354149"/>
            <a:ext cx="5414192" cy="31351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2F38E-24AD-F0E1-FD92-5603BD58B826}"/>
              </a:ext>
            </a:extLst>
          </p:cNvPr>
          <p:cNvSpPr txBox="1"/>
          <p:nvPr/>
        </p:nvSpPr>
        <p:spPr>
          <a:xfrm>
            <a:off x="6287589" y="351405"/>
            <a:ext cx="58285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dirty="0" err="1"/>
              <a:t>Header</a:t>
            </a:r>
            <a:r>
              <a:rPr dirty="0"/>
              <a:t>: </a:t>
            </a:r>
            <a:r>
              <a:rPr lang="en-US" dirty="0"/>
              <a:t>Panel de </a:t>
            </a:r>
            <a:r>
              <a:rPr lang="en-US" dirty="0" err="1"/>
              <a:t>admimnistrador</a:t>
            </a:r>
            <a:r>
              <a:rPr lang="en-US" dirty="0"/>
              <a:t> </a:t>
            </a:r>
            <a:r>
              <a:rPr dirty="0"/>
              <a:t>| </a:t>
            </a:r>
            <a:r>
              <a:rPr lang="es-MX" dirty="0"/>
              <a:t>Proveedores </a:t>
            </a:r>
            <a:r>
              <a:rPr dirty="0"/>
              <a:t>| </a:t>
            </a:r>
            <a:r>
              <a:rPr lang="en-US" dirty="0" err="1"/>
              <a:t>Inventario</a:t>
            </a:r>
            <a:r>
              <a:rPr dirty="0"/>
              <a:t>| </a:t>
            </a:r>
            <a:r>
              <a:rPr lang="en-US" dirty="0" err="1"/>
              <a:t>Reportes</a:t>
            </a:r>
            <a:endParaRPr lang="es-MX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4568"/>
            <a:ext cx="254819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PE" sz="3200" b="1">
                <a:solidFill>
                  <a:srgbClr val="22C55E"/>
                </a:solidFill>
              </a:rPr>
              <a:t>Móvil – Inicio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r>
              <a:rPr lang="es-PE"/>
              <a:t>Componentes apilados</a:t>
            </a:r>
          </a:p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73152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PE"/>
              <a:t>Header compacto: | Logo | Carrito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Buscador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91097"/>
            <a:ext cx="3657600" cy="128016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2918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Carrusel promos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3657600" cy="20116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Lista de productos (scroll)</a:t>
            </a:r>
          </a:p>
        </p:txBody>
      </p:sp>
    </p:spTree>
    <p:extLst>
      <p:ext uri="{BB962C8B-B14F-4D97-AF65-F5344CB8AC3E}">
        <p14:creationId xmlns:p14="http://schemas.microsoft.com/office/powerpoint/2010/main" val="2305328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2B068B-9935-73F4-976E-E485502193A4}"/>
              </a:ext>
            </a:extLst>
          </p:cNvPr>
          <p:cNvSpPr/>
          <p:nvPr/>
        </p:nvSpPr>
        <p:spPr>
          <a:xfrm>
            <a:off x="139053" y="154022"/>
            <a:ext cx="2195150" cy="336585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Menú desplegable</a:t>
            </a:r>
            <a:endParaRPr lang="es-ES" sz="1400" err="1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24F83D-F0C7-6A04-C1B7-9DDE14F70550}"/>
              </a:ext>
            </a:extLst>
          </p:cNvPr>
          <p:cNvSpPr/>
          <p:nvPr/>
        </p:nvSpPr>
        <p:spPr>
          <a:xfrm>
            <a:off x="2487410" y="153443"/>
            <a:ext cx="706911" cy="3486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Logo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60129B5-2DC6-83CB-D652-10BACE9903F0}"/>
              </a:ext>
            </a:extLst>
          </p:cNvPr>
          <p:cNvSpPr/>
          <p:nvPr/>
        </p:nvSpPr>
        <p:spPr>
          <a:xfrm>
            <a:off x="3358888" y="154021"/>
            <a:ext cx="2279816" cy="33763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>
                <a:solidFill>
                  <a:schemeClr val="tx1"/>
                </a:solidFill>
                <a:ea typeface="Calibri"/>
                <a:cs typeface="Calibri"/>
              </a:rPr>
              <a:t>Nombre de la tienda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6AD8A6A-BAA2-3F11-3439-60B5F8A850D3}"/>
              </a:ext>
            </a:extLst>
          </p:cNvPr>
          <p:cNvSpPr/>
          <p:nvPr/>
        </p:nvSpPr>
        <p:spPr>
          <a:xfrm>
            <a:off x="1188599" y="710344"/>
            <a:ext cx="3463580" cy="33658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000" b="1">
                <a:solidFill>
                  <a:srgbClr val="00B050"/>
                </a:solidFill>
                <a:ea typeface="Calibri"/>
                <a:cs typeface="Calibri"/>
              </a:rPr>
              <a:t>"Administrador – Reportes"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44F115-F125-C7CF-E5CA-1738642228AD}"/>
              </a:ext>
            </a:extLst>
          </p:cNvPr>
          <p:cNvGrpSpPr/>
          <p:nvPr/>
        </p:nvGrpSpPr>
        <p:grpSpPr>
          <a:xfrm>
            <a:off x="133912" y="1372592"/>
            <a:ext cx="3676744" cy="577623"/>
            <a:chOff x="4516" y="1128177"/>
            <a:chExt cx="3676744" cy="577623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DE98E935-AAD5-9E06-F6A9-04F0A4CDD024}"/>
                </a:ext>
              </a:extLst>
            </p:cNvPr>
            <p:cNvSpPr/>
            <p:nvPr/>
          </p:nvSpPr>
          <p:spPr>
            <a:xfrm>
              <a:off x="4516" y="1128177"/>
              <a:ext cx="3676744" cy="577623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s-ES"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D7ED110B-BB37-96DF-1ED3-54E7541487E8}"/>
                </a:ext>
              </a:extLst>
            </p:cNvPr>
            <p:cNvSpPr/>
            <p:nvPr/>
          </p:nvSpPr>
          <p:spPr>
            <a:xfrm>
              <a:off x="132927" y="1268495"/>
              <a:ext cx="535573" cy="295969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200">
                  <a:solidFill>
                    <a:schemeClr val="tx1"/>
                  </a:solidFill>
                  <a:ea typeface="Calibri"/>
                  <a:cs typeface="Calibri"/>
                </a:rPr>
                <a:t>Ícono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54B03CBA-6ECE-63CF-D498-5708F1DE6678}"/>
                </a:ext>
              </a:extLst>
            </p:cNvPr>
            <p:cNvSpPr/>
            <p:nvPr/>
          </p:nvSpPr>
          <p:spPr>
            <a:xfrm>
              <a:off x="816185" y="1253802"/>
              <a:ext cx="2750243" cy="326688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200">
                  <a:solidFill>
                    <a:schemeClr val="tx1"/>
                  </a:solidFill>
                  <a:ea typeface="Calibri"/>
                  <a:cs typeface="Calibri"/>
                </a:rPr>
                <a:t>Barra de búsqueda</a:t>
              </a:r>
              <a:endParaRPr lang="es-E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01AF5B-9093-0F5D-745B-62C28A496C9B}"/>
              </a:ext>
            </a:extLst>
          </p:cNvPr>
          <p:cNvGrpSpPr/>
          <p:nvPr/>
        </p:nvGrpSpPr>
        <p:grpSpPr>
          <a:xfrm>
            <a:off x="4135265" y="1246699"/>
            <a:ext cx="1503439" cy="855220"/>
            <a:chOff x="4250284" y="1246699"/>
            <a:chExt cx="1503439" cy="855220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730269A7-0DE6-3FB9-0343-AFCC7E4C9C56}"/>
                </a:ext>
              </a:extLst>
            </p:cNvPr>
            <p:cNvSpPr/>
            <p:nvPr/>
          </p:nvSpPr>
          <p:spPr>
            <a:xfrm>
              <a:off x="4250284" y="1246699"/>
              <a:ext cx="1503439" cy="855220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s-ES" sz="14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39611377-E185-3F4C-FF96-67CA1C9149F2}"/>
                </a:ext>
              </a:extLst>
            </p:cNvPr>
            <p:cNvSpPr/>
            <p:nvPr/>
          </p:nvSpPr>
          <p:spPr>
            <a:xfrm>
              <a:off x="4382874" y="1363385"/>
              <a:ext cx="535573" cy="295969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200">
                  <a:solidFill>
                    <a:schemeClr val="tx1"/>
                  </a:solidFill>
                  <a:ea typeface="Calibri"/>
                  <a:cs typeface="Calibri"/>
                </a:rPr>
                <a:t>Ícono</a:t>
              </a:r>
            </a:p>
          </p:txBody>
        </p:sp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AABAF65B-15D1-742F-CD7C-A4CBE71994A2}"/>
                </a:ext>
              </a:extLst>
            </p:cNvPr>
            <p:cNvSpPr/>
            <p:nvPr/>
          </p:nvSpPr>
          <p:spPr>
            <a:xfrm>
              <a:off x="5101741" y="1363384"/>
              <a:ext cx="535573" cy="295969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200">
                  <a:solidFill>
                    <a:schemeClr val="tx1"/>
                  </a:solidFill>
                  <a:ea typeface="Calibri"/>
                  <a:cs typeface="Calibri"/>
                </a:rPr>
                <a:t>Ícono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901F7288-BBFF-4279-D934-C23458968003}"/>
                </a:ext>
              </a:extLst>
            </p:cNvPr>
            <p:cNvSpPr/>
            <p:nvPr/>
          </p:nvSpPr>
          <p:spPr>
            <a:xfrm>
              <a:off x="4382874" y="1737196"/>
              <a:ext cx="1254440" cy="267214"/>
            </a:xfrm>
            <a:prstGeom prst="rect">
              <a:avLst/>
            </a:prstGeom>
            <a:solidFill>
              <a:srgbClr val="F9FAFB"/>
            </a:solidFill>
            <a:ln w="22225">
              <a:solidFill>
                <a:srgbClr val="CBD5E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200">
                  <a:solidFill>
                    <a:schemeClr val="tx1"/>
                  </a:solidFill>
                  <a:ea typeface="Calibri"/>
                  <a:cs typeface="Calibri"/>
                </a:rPr>
                <a:t>"Exportar"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9611377-E185-3F4C-FF96-67CA1C9149F2}"/>
              </a:ext>
            </a:extLst>
          </p:cNvPr>
          <p:cNvSpPr/>
          <p:nvPr/>
        </p:nvSpPr>
        <p:spPr>
          <a:xfrm>
            <a:off x="251989" y="2129970"/>
            <a:ext cx="5393037" cy="2212741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F91966-6CC4-9291-57C0-0075BB1309F1}"/>
              </a:ext>
            </a:extLst>
          </p:cNvPr>
          <p:cNvSpPr/>
          <p:nvPr/>
        </p:nvSpPr>
        <p:spPr>
          <a:xfrm>
            <a:off x="4140543" y="2340004"/>
            <a:ext cx="1419260" cy="2297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Menú desplegable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12DB09-7FBD-255C-90A7-07F872C49CF7}"/>
              </a:ext>
            </a:extLst>
          </p:cNvPr>
          <p:cNvSpPr/>
          <p:nvPr/>
        </p:nvSpPr>
        <p:spPr>
          <a:xfrm>
            <a:off x="3207474" y="2351047"/>
            <a:ext cx="789573" cy="21866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Ícono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E51068-6E6B-25BF-0FDC-BBE638C3547F}"/>
              </a:ext>
            </a:extLst>
          </p:cNvPr>
          <p:cNvSpPr/>
          <p:nvPr/>
        </p:nvSpPr>
        <p:spPr>
          <a:xfrm>
            <a:off x="1236108" y="2355214"/>
            <a:ext cx="2012065" cy="133443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Título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012954-A0BE-E3B8-B1FB-BAA94207C523}"/>
              </a:ext>
            </a:extLst>
          </p:cNvPr>
          <p:cNvSpPr/>
          <p:nvPr/>
        </p:nvSpPr>
        <p:spPr>
          <a:xfrm>
            <a:off x="398053" y="2679434"/>
            <a:ext cx="5092153" cy="1109853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categorías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404FD9-63AC-6276-B137-0AEA29C93407}"/>
              </a:ext>
            </a:extLst>
          </p:cNvPr>
          <p:cNvSpPr/>
          <p:nvPr/>
        </p:nvSpPr>
        <p:spPr>
          <a:xfrm>
            <a:off x="5964384" y="874554"/>
            <a:ext cx="6085232" cy="246694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C1647F-8864-972E-B646-79BFDCADA5AD}"/>
              </a:ext>
            </a:extLst>
          </p:cNvPr>
          <p:cNvSpPr/>
          <p:nvPr/>
        </p:nvSpPr>
        <p:spPr>
          <a:xfrm>
            <a:off x="6151289" y="1047083"/>
            <a:ext cx="2318364" cy="382233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>
                <a:solidFill>
                  <a:schemeClr val="tx1"/>
                </a:solidFill>
                <a:ea typeface="Calibri"/>
                <a:cs typeface="Calibri"/>
              </a:rPr>
              <a:t>"</a:t>
            </a:r>
            <a:r>
              <a:rPr lang="es-ES" sz="1600" err="1">
                <a:solidFill>
                  <a:schemeClr val="tx1"/>
                </a:solidFill>
                <a:ea typeface="Calibri"/>
                <a:cs typeface="Calibri"/>
              </a:rPr>
              <a:t>HeatMap</a:t>
            </a:r>
            <a:r>
              <a:rPr lang="es-ES" sz="1600">
                <a:solidFill>
                  <a:schemeClr val="tx1"/>
                </a:solidFill>
                <a:ea typeface="Calibri"/>
                <a:cs typeface="Calibri"/>
              </a:rPr>
              <a:t> de horas pico"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ACDC60-C517-61FC-2A91-E40F666D3180}"/>
              </a:ext>
            </a:extLst>
          </p:cNvPr>
          <p:cNvSpPr/>
          <p:nvPr/>
        </p:nvSpPr>
        <p:spPr>
          <a:xfrm>
            <a:off x="8595440" y="1047083"/>
            <a:ext cx="535573" cy="382233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Ícono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8CA2E3-E147-F401-47D1-4D418A3EF693}"/>
              </a:ext>
            </a:extLst>
          </p:cNvPr>
          <p:cNvSpPr/>
          <p:nvPr/>
        </p:nvSpPr>
        <p:spPr>
          <a:xfrm>
            <a:off x="6855779" y="1607798"/>
            <a:ext cx="4992554" cy="156117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Mapa de Calor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03B5E0-00B2-A585-2DBB-970DF000A297}"/>
              </a:ext>
            </a:extLst>
          </p:cNvPr>
          <p:cNvSpPr/>
          <p:nvPr/>
        </p:nvSpPr>
        <p:spPr>
          <a:xfrm>
            <a:off x="6151288" y="1574670"/>
            <a:ext cx="535573" cy="156117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Lun</a:t>
            </a:r>
          </a:p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Mar</a:t>
            </a:r>
          </a:p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Mie</a:t>
            </a:r>
            <a:br>
              <a:rPr lang="es-ES" sz="1200">
                <a:ea typeface="Calibri"/>
                <a:cs typeface="Calibri"/>
              </a:rPr>
            </a:br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Jue</a:t>
            </a:r>
            <a:br>
              <a:rPr lang="es-ES" sz="1200">
                <a:ea typeface="Calibri"/>
                <a:cs typeface="Calibri"/>
              </a:rPr>
            </a:br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Vie</a:t>
            </a:r>
          </a:p>
          <a:p>
            <a:pPr algn="ctr"/>
            <a:r>
              <a:rPr lang="es-ES" sz="1200" err="1">
                <a:solidFill>
                  <a:schemeClr val="tx1"/>
                </a:solidFill>
                <a:ea typeface="Calibri"/>
                <a:cs typeface="Calibri"/>
              </a:rPr>
              <a:t>Sab</a:t>
            </a:r>
            <a:endParaRPr lang="es-ES" sz="120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Dom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02CED5-19E2-1B1E-ECD7-CBD48285BA38}"/>
              </a:ext>
            </a:extLst>
          </p:cNvPr>
          <p:cNvSpPr/>
          <p:nvPr/>
        </p:nvSpPr>
        <p:spPr>
          <a:xfrm>
            <a:off x="6513641" y="4206143"/>
            <a:ext cx="5263848" cy="1801008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706673-3E87-C6E6-235E-B6AE00A41D89}"/>
              </a:ext>
            </a:extLst>
          </p:cNvPr>
          <p:cNvSpPr/>
          <p:nvPr/>
        </p:nvSpPr>
        <p:spPr>
          <a:xfrm>
            <a:off x="7862195" y="3786697"/>
            <a:ext cx="2045195" cy="29596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Título</a:t>
            </a:r>
            <a:endParaRPr lang="en-US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11DB214C-B081-8C21-23FE-CF90FDD71E8B}"/>
              </a:ext>
            </a:extLst>
          </p:cNvPr>
          <p:cNvSpPr/>
          <p:nvPr/>
        </p:nvSpPr>
        <p:spPr>
          <a:xfrm>
            <a:off x="10566387" y="6161147"/>
            <a:ext cx="600156" cy="381809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&lt;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AB943869-96AD-E601-B2E4-91F5ABE0D3AB}"/>
              </a:ext>
            </a:extLst>
          </p:cNvPr>
          <p:cNvSpPr/>
          <p:nvPr/>
        </p:nvSpPr>
        <p:spPr>
          <a:xfrm>
            <a:off x="11162734" y="6161147"/>
            <a:ext cx="500765" cy="37076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A10693-EDB4-8E55-E4A9-EB09C57E6450}"/>
              </a:ext>
            </a:extLst>
          </p:cNvPr>
          <p:cNvSpPr txBox="1"/>
          <p:nvPr/>
        </p:nvSpPr>
        <p:spPr>
          <a:xfrm>
            <a:off x="7491413" y="4330222"/>
            <a:ext cx="2936099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100"/>
              <a:t>Tabla: Producto | Ventas (S/.)  | Categoría ABC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B814D7-ED47-F9BA-905C-0CCB259A7713}"/>
              </a:ext>
            </a:extLst>
          </p:cNvPr>
          <p:cNvSpPr/>
          <p:nvPr/>
        </p:nvSpPr>
        <p:spPr>
          <a:xfrm>
            <a:off x="560996" y="4600580"/>
            <a:ext cx="4992554" cy="156117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64F004-CBB2-9F8F-7C66-658C22C40A13}"/>
              </a:ext>
            </a:extLst>
          </p:cNvPr>
          <p:cNvSpPr/>
          <p:nvPr/>
        </p:nvSpPr>
        <p:spPr>
          <a:xfrm>
            <a:off x="1799325" y="4851040"/>
            <a:ext cx="2012065" cy="133443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err="1">
                <a:solidFill>
                  <a:schemeClr val="tx1"/>
                </a:solidFill>
                <a:ea typeface="Calibri"/>
                <a:cs typeface="Calibri"/>
              </a:rPr>
              <a:t>Codigo</a:t>
            </a:r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 de Barras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8F0DA1B-B390-2287-8E05-08D379730737}"/>
              </a:ext>
            </a:extLst>
          </p:cNvPr>
          <p:cNvSpPr/>
          <p:nvPr/>
        </p:nvSpPr>
        <p:spPr>
          <a:xfrm>
            <a:off x="1786821" y="3897234"/>
            <a:ext cx="2113112" cy="37076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ACTUALIZAR TABLA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8AFD2EB-3A0A-582A-3F51-5DBFA67F6596}"/>
              </a:ext>
            </a:extLst>
          </p:cNvPr>
          <p:cNvSpPr/>
          <p:nvPr/>
        </p:nvSpPr>
        <p:spPr>
          <a:xfrm>
            <a:off x="7496299" y="6172190"/>
            <a:ext cx="2113112" cy="37076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ACTUALIZAR TABLA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B00B6B65-2BE2-7AE1-C574-DE78C920CF81}"/>
              </a:ext>
            </a:extLst>
          </p:cNvPr>
          <p:cNvSpPr/>
          <p:nvPr/>
        </p:nvSpPr>
        <p:spPr>
          <a:xfrm>
            <a:off x="9550386" y="1048016"/>
            <a:ext cx="2113112" cy="370766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tx1"/>
                </a:solidFill>
                <a:ea typeface="Calibri"/>
                <a:cs typeface="Calibri"/>
              </a:rPr>
              <a:t>ACTUALIZAR TABLA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B66E5B-10F6-0FD8-1D56-0E8B6C6B3F9F}"/>
              </a:ext>
            </a:extLst>
          </p:cNvPr>
          <p:cNvSpPr/>
          <p:nvPr/>
        </p:nvSpPr>
        <p:spPr>
          <a:xfrm>
            <a:off x="6286864" y="354149"/>
            <a:ext cx="5414192" cy="31351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4282DB-5E8A-B969-4F11-6B8C200B87F8}"/>
              </a:ext>
            </a:extLst>
          </p:cNvPr>
          <p:cNvSpPr txBox="1"/>
          <p:nvPr/>
        </p:nvSpPr>
        <p:spPr>
          <a:xfrm>
            <a:off x="6287589" y="351405"/>
            <a:ext cx="582857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dirty="0" err="1"/>
              <a:t>Header</a:t>
            </a:r>
            <a:r>
              <a:rPr dirty="0"/>
              <a:t>: </a:t>
            </a:r>
            <a:r>
              <a:rPr lang="en-US" dirty="0"/>
              <a:t>Panel de </a:t>
            </a:r>
            <a:r>
              <a:rPr lang="en-US" dirty="0" err="1"/>
              <a:t>admimnistrador</a:t>
            </a:r>
            <a:r>
              <a:rPr lang="en-US" dirty="0"/>
              <a:t> </a:t>
            </a:r>
            <a:r>
              <a:rPr dirty="0"/>
              <a:t>| </a:t>
            </a:r>
            <a:r>
              <a:rPr lang="es-MX" dirty="0"/>
              <a:t>Proveedores </a:t>
            </a:r>
            <a:r>
              <a:rPr dirty="0"/>
              <a:t>| </a:t>
            </a:r>
            <a:r>
              <a:rPr lang="en-US" dirty="0" err="1"/>
              <a:t>Clientes</a:t>
            </a:r>
            <a:r>
              <a:rPr dirty="0"/>
              <a:t>| </a:t>
            </a:r>
            <a:r>
              <a:rPr lang="en-US" dirty="0" err="1"/>
              <a:t>Inventarios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4288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4568"/>
            <a:ext cx="5194820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s-PE" sz="3200" b="1" dirty="0">
                <a:solidFill>
                  <a:srgbClr val="22C55E"/>
                </a:solidFill>
                <a:ea typeface="Calibri"/>
                <a:cs typeface="Calibri"/>
              </a:rPr>
              <a:t>Iniciar Sesión - Administrador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endParaRPr lang="es-PE" dirty="0">
              <a:ea typeface="Calibri"/>
              <a:cs typeface="Calibri"/>
            </a:endParaRPr>
          </a:p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11982" y="1983409"/>
            <a:ext cx="3657600" cy="73152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67298" y="2120570"/>
            <a:ext cx="190036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400" dirty="0">
                <a:ea typeface="Calibri"/>
                <a:cs typeface="Calibri"/>
              </a:rPr>
              <a:t>Iniciar </a:t>
            </a:r>
            <a:r>
              <a:rPr lang="en-US" sz="2400" err="1">
                <a:ea typeface="Calibri"/>
                <a:cs typeface="Calibri"/>
              </a:rPr>
              <a:t>Sesión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7F9B4A-1984-5126-1A51-A256F50174B9}"/>
              </a:ext>
            </a:extLst>
          </p:cNvPr>
          <p:cNvSpPr/>
          <p:nvPr/>
        </p:nvSpPr>
        <p:spPr>
          <a:xfrm>
            <a:off x="426720" y="726077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B9783F-4DFC-B4A2-B83A-BAA0CF9D4BF8}"/>
              </a:ext>
            </a:extLst>
          </p:cNvPr>
          <p:cNvSpPr txBox="1"/>
          <p:nvPr/>
        </p:nvSpPr>
        <p:spPr>
          <a:xfrm>
            <a:off x="518160" y="931977"/>
            <a:ext cx="108813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dirty="0"/>
              <a:t>Header</a:t>
            </a:r>
            <a:r>
              <a:rPr dirty="0"/>
              <a:t>: Logo | </a:t>
            </a:r>
            <a:r>
              <a:rPr lang="es-MX" dirty="0"/>
              <a:t>Nombre </a:t>
            </a:r>
            <a:r>
              <a:rPr dirty="0"/>
              <a:t>| </a:t>
            </a:r>
            <a:r>
              <a:rPr lang="en-US" dirty="0" err="1"/>
              <a:t>Producto</a:t>
            </a:r>
            <a:r>
              <a:rPr lang="en-US" dirty="0"/>
              <a:t> </a:t>
            </a:r>
            <a:r>
              <a:rPr dirty="0"/>
              <a:t>| </a:t>
            </a:r>
            <a:r>
              <a:rPr lang="en-US" dirty="0" err="1"/>
              <a:t>CheckOut</a:t>
            </a:r>
            <a:r>
              <a:rPr lang="es-MX" dirty="0"/>
              <a:t> |Acerca de </a:t>
            </a:r>
            <a:r>
              <a:rPr lang="es-PE" dirty="0"/>
              <a:t>|Buscador | ¿Necesitas Ayuda?</a:t>
            </a:r>
            <a:endParaRPr dirty="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3F3AB9D-D7AA-75CF-BA2F-C225753EC9EF}"/>
              </a:ext>
            </a:extLst>
          </p:cNvPr>
          <p:cNvSpPr txBox="1"/>
          <p:nvPr/>
        </p:nvSpPr>
        <p:spPr>
          <a:xfrm>
            <a:off x="4207124" y="2985052"/>
            <a:ext cx="3139878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dirty="0">
                <a:ea typeface="Calibri"/>
                <a:cs typeface="Calibri"/>
              </a:rPr>
              <a:t>Usuario</a:t>
            </a:r>
            <a:endParaRPr lang="es-ES" sz="1200" dirty="0">
              <a:ea typeface="Calibri"/>
              <a:cs typeface="Calibri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7DA52C07-F5F9-83E8-6390-8EAB18E5111C}"/>
              </a:ext>
            </a:extLst>
          </p:cNvPr>
          <p:cNvSpPr txBox="1"/>
          <p:nvPr/>
        </p:nvSpPr>
        <p:spPr>
          <a:xfrm>
            <a:off x="4207124" y="3559313"/>
            <a:ext cx="3139878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dirty="0">
                <a:ea typeface="Calibri"/>
                <a:cs typeface="Calibri"/>
              </a:rPr>
              <a:t>Contraseña</a:t>
            </a:r>
            <a:endParaRPr lang="es-ES" sz="1400" dirty="0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CB9D4D-D2F2-F092-468F-A677CA124F57}"/>
              </a:ext>
            </a:extLst>
          </p:cNvPr>
          <p:cNvSpPr/>
          <p:nvPr/>
        </p:nvSpPr>
        <p:spPr>
          <a:xfrm>
            <a:off x="4211772" y="4805664"/>
            <a:ext cx="3641707" cy="52232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15D7D-556B-4055-6E75-EBD2186086AB}"/>
              </a:ext>
            </a:extLst>
          </p:cNvPr>
          <p:cNvSpPr txBox="1"/>
          <p:nvPr/>
        </p:nvSpPr>
        <p:spPr>
          <a:xfrm>
            <a:off x="5317096" y="4865312"/>
            <a:ext cx="145481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000" dirty="0" err="1">
                <a:ea typeface="Calibri"/>
                <a:cs typeface="Calibri"/>
              </a:rPr>
              <a:t>Continuar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4CF034-1D52-BC9F-3ACE-21ED21AC3C18}"/>
              </a:ext>
            </a:extLst>
          </p:cNvPr>
          <p:cNvSpPr/>
          <p:nvPr/>
        </p:nvSpPr>
        <p:spPr>
          <a:xfrm>
            <a:off x="439011" y="6104946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0322E0F0-8B05-6978-09C2-26C6E52D6C92}"/>
              </a:ext>
            </a:extLst>
          </p:cNvPr>
          <p:cNvSpPr/>
          <p:nvPr/>
        </p:nvSpPr>
        <p:spPr>
          <a:xfrm>
            <a:off x="1275094" y="6263235"/>
            <a:ext cx="7966287" cy="33316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err="1">
                <a:solidFill>
                  <a:schemeClr val="tx1"/>
                </a:solidFill>
                <a:ea typeface="Calibri"/>
                <a:cs typeface="Calibri"/>
              </a:rPr>
              <a:t>Footer</a:t>
            </a:r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: INFO/SITIO/Productos</a:t>
            </a:r>
            <a:endParaRPr lang="es-ES" err="1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9639E-BEA3-A75C-A5BE-59B228D1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809B4-5741-BCC4-7A1C-9A5487D5425A}"/>
              </a:ext>
            </a:extLst>
          </p:cNvPr>
          <p:cNvSpPr txBox="1"/>
          <p:nvPr/>
        </p:nvSpPr>
        <p:spPr>
          <a:xfrm>
            <a:off x="457200" y="54568"/>
            <a:ext cx="2392386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s-PE" sz="3200" b="1" dirty="0">
                <a:solidFill>
                  <a:srgbClr val="22C55E"/>
                </a:solidFill>
                <a:ea typeface="Calibri"/>
                <a:cs typeface="Calibri"/>
              </a:rPr>
              <a:t>Crear Cuenta</a:t>
            </a:r>
          </a:p>
          <a:p>
            <a:pPr lvl="1">
              <a:defRPr sz="1600">
                <a:solidFill>
                  <a:srgbClr val="374151"/>
                </a:solidFill>
              </a:defRPr>
            </a:pPr>
            <a:endParaRPr lang="es-PE" dirty="0">
              <a:ea typeface="Calibri"/>
              <a:cs typeface="Calibri"/>
            </a:endParaRPr>
          </a:p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B3F0BF-94B5-148F-CAFA-9BF93FEA0294}"/>
              </a:ext>
            </a:extLst>
          </p:cNvPr>
          <p:cNvSpPr/>
          <p:nvPr/>
        </p:nvSpPr>
        <p:spPr>
          <a:xfrm>
            <a:off x="4121268" y="1529838"/>
            <a:ext cx="3612243" cy="541021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700EB-47E3-D4C4-243D-58AA374DE1E0}"/>
              </a:ext>
            </a:extLst>
          </p:cNvPr>
          <p:cNvSpPr txBox="1"/>
          <p:nvPr/>
        </p:nvSpPr>
        <p:spPr>
          <a:xfrm>
            <a:off x="5013298" y="1567213"/>
            <a:ext cx="190036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400" dirty="0">
                <a:ea typeface="Calibri"/>
                <a:cs typeface="Calibri"/>
              </a:rPr>
              <a:t>Crear </a:t>
            </a:r>
            <a:r>
              <a:rPr lang="en-US" sz="2400" dirty="0" err="1">
                <a:ea typeface="Calibri"/>
                <a:cs typeface="Calibri"/>
              </a:rPr>
              <a:t>Cuenta</a:t>
            </a:r>
            <a:endParaRPr lang="en-US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F2C128-0DA5-491B-CBCB-042158C9162C}"/>
              </a:ext>
            </a:extLst>
          </p:cNvPr>
          <p:cNvSpPr/>
          <p:nvPr/>
        </p:nvSpPr>
        <p:spPr>
          <a:xfrm>
            <a:off x="426720" y="726077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74977-8B5D-01E6-7202-73639A27C088}"/>
              </a:ext>
            </a:extLst>
          </p:cNvPr>
          <p:cNvSpPr txBox="1"/>
          <p:nvPr/>
        </p:nvSpPr>
        <p:spPr>
          <a:xfrm>
            <a:off x="518160" y="931977"/>
            <a:ext cx="108813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dirty="0"/>
              <a:t>Header</a:t>
            </a:r>
            <a:r>
              <a:rPr dirty="0"/>
              <a:t>: Logo | </a:t>
            </a:r>
            <a:r>
              <a:rPr lang="es-MX" dirty="0"/>
              <a:t>Nombre </a:t>
            </a:r>
            <a:r>
              <a:rPr dirty="0"/>
              <a:t>| </a:t>
            </a:r>
            <a:r>
              <a:rPr lang="en-US" dirty="0" err="1"/>
              <a:t>Producto</a:t>
            </a:r>
            <a:r>
              <a:rPr lang="en-US" dirty="0"/>
              <a:t> </a:t>
            </a:r>
            <a:r>
              <a:rPr dirty="0"/>
              <a:t>| </a:t>
            </a:r>
            <a:r>
              <a:rPr lang="en-US" dirty="0" err="1"/>
              <a:t>CheckOut</a:t>
            </a:r>
            <a:r>
              <a:rPr lang="es-MX" dirty="0"/>
              <a:t> |Acerca de </a:t>
            </a:r>
            <a:r>
              <a:rPr lang="es-PE" dirty="0"/>
              <a:t>|Buscador | ¿Necesitas Ayuda?</a:t>
            </a:r>
            <a:endParaRPr dirty="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CF5F6E0-FB9C-7A06-7081-A4C3B7B68770}"/>
              </a:ext>
            </a:extLst>
          </p:cNvPr>
          <p:cNvSpPr txBox="1"/>
          <p:nvPr/>
        </p:nvSpPr>
        <p:spPr>
          <a:xfrm>
            <a:off x="4107338" y="2322838"/>
            <a:ext cx="1534236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400" dirty="0">
                <a:ea typeface="Calibri"/>
                <a:cs typeface="Calibri"/>
              </a:rPr>
              <a:t>Nombre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C59E6CBE-3ABD-B9F7-9F8F-9ACD547F204F}"/>
              </a:ext>
            </a:extLst>
          </p:cNvPr>
          <p:cNvSpPr txBox="1"/>
          <p:nvPr/>
        </p:nvSpPr>
        <p:spPr>
          <a:xfrm>
            <a:off x="4071053" y="2924313"/>
            <a:ext cx="2114807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dirty="0">
                <a:ea typeface="Calibri"/>
                <a:cs typeface="Calibri"/>
              </a:rPr>
              <a:t>Numero </a:t>
            </a:r>
            <a:r>
              <a:rPr lang="es-ES" dirty="0" err="1">
                <a:ea typeface="Calibri"/>
                <a:cs typeface="Calibri"/>
              </a:rPr>
              <a:t>telefonico</a:t>
            </a:r>
            <a:endParaRPr lang="en-US" dirty="0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04CC09-B8D2-7528-7020-A50ED0B5D719}"/>
              </a:ext>
            </a:extLst>
          </p:cNvPr>
          <p:cNvSpPr/>
          <p:nvPr/>
        </p:nvSpPr>
        <p:spPr>
          <a:xfrm>
            <a:off x="4075701" y="5268307"/>
            <a:ext cx="3641707" cy="522322"/>
          </a:xfrm>
          <a:prstGeom prst="rect">
            <a:avLst/>
          </a:prstGeom>
          <a:solidFill>
            <a:srgbClr val="F9FAFB"/>
          </a:solidFill>
          <a:ln w="2222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F8F856-74DB-E456-EA6D-6E6F7F9ACBE3}"/>
              </a:ext>
            </a:extLst>
          </p:cNvPr>
          <p:cNvSpPr txBox="1"/>
          <p:nvPr/>
        </p:nvSpPr>
        <p:spPr>
          <a:xfrm>
            <a:off x="5171953" y="5327955"/>
            <a:ext cx="145481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sz="2000" dirty="0" err="1">
                <a:ea typeface="Calibri"/>
                <a:cs typeface="Calibri"/>
              </a:rPr>
              <a:t>Continuar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CC14A7-0953-B24A-A777-8166C5B64EED}"/>
              </a:ext>
            </a:extLst>
          </p:cNvPr>
          <p:cNvSpPr/>
          <p:nvPr/>
        </p:nvSpPr>
        <p:spPr>
          <a:xfrm>
            <a:off x="439011" y="6104946"/>
            <a:ext cx="11247120" cy="640080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C9B8F6C6-F793-3119-34B0-040195B22BE8}"/>
              </a:ext>
            </a:extLst>
          </p:cNvPr>
          <p:cNvSpPr/>
          <p:nvPr/>
        </p:nvSpPr>
        <p:spPr>
          <a:xfrm>
            <a:off x="1275094" y="6263235"/>
            <a:ext cx="7966287" cy="333164"/>
          </a:xfrm>
          <a:prstGeom prst="rect">
            <a:avLst/>
          </a:prstGeom>
          <a:solidFill>
            <a:srgbClr val="F9FAFB"/>
          </a:solidFill>
          <a:ln w="22225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err="1">
                <a:solidFill>
                  <a:schemeClr val="tx1"/>
                </a:solidFill>
                <a:ea typeface="Calibri"/>
                <a:cs typeface="Calibri"/>
              </a:rPr>
              <a:t>Footer</a:t>
            </a:r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: INFO/SITIO/Productos</a:t>
            </a:r>
            <a:endParaRPr lang="es-ES" err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D8C1271D-3115-E311-640B-8B2C2AD3DCEC}"/>
              </a:ext>
            </a:extLst>
          </p:cNvPr>
          <p:cNvSpPr txBox="1"/>
          <p:nvPr/>
        </p:nvSpPr>
        <p:spPr>
          <a:xfrm>
            <a:off x="6003266" y="2322837"/>
            <a:ext cx="1534236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400" dirty="0">
                <a:ea typeface="Calibri"/>
                <a:cs typeface="Calibri"/>
              </a:rPr>
              <a:t>Apellidos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93BCB03-0F9C-4402-A6C3-3CD8187D75D8}"/>
              </a:ext>
            </a:extLst>
          </p:cNvPr>
          <p:cNvSpPr txBox="1"/>
          <p:nvPr/>
        </p:nvSpPr>
        <p:spPr>
          <a:xfrm>
            <a:off x="4080123" y="3867740"/>
            <a:ext cx="3139878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dirty="0" err="1">
                <a:ea typeface="Calibri"/>
                <a:cs typeface="Calibri"/>
              </a:rPr>
              <a:t>Direección</a:t>
            </a:r>
            <a:r>
              <a:rPr lang="es-ES" dirty="0">
                <a:ea typeface="Calibri"/>
                <a:cs typeface="Calibri"/>
              </a:rPr>
              <a:t> de correo electrónico</a:t>
            </a:r>
            <a:endParaRPr lang="en-US" dirty="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EC25EC22-7452-F7D2-309D-476555BA5FEE}"/>
              </a:ext>
            </a:extLst>
          </p:cNvPr>
          <p:cNvSpPr txBox="1"/>
          <p:nvPr/>
        </p:nvSpPr>
        <p:spPr>
          <a:xfrm>
            <a:off x="4080123" y="4303169"/>
            <a:ext cx="3139878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dirty="0">
                <a:ea typeface="Calibri"/>
                <a:cs typeface="Calibri"/>
              </a:rPr>
              <a:t>Contraseña</a:t>
            </a:r>
            <a:endParaRPr lang="en-US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A2B39572-2209-FC6C-6B0E-2835BA5A6113}"/>
              </a:ext>
            </a:extLst>
          </p:cNvPr>
          <p:cNvSpPr txBox="1"/>
          <p:nvPr/>
        </p:nvSpPr>
        <p:spPr>
          <a:xfrm>
            <a:off x="4089195" y="4738597"/>
            <a:ext cx="3139878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dirty="0">
                <a:ea typeface="Calibri"/>
                <a:cs typeface="Calibri"/>
              </a:rPr>
              <a:t>Confirmar contraseña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A63A5D6-5929-D694-5612-41C0C25E9447}"/>
              </a:ext>
            </a:extLst>
          </p:cNvPr>
          <p:cNvSpPr txBox="1"/>
          <p:nvPr/>
        </p:nvSpPr>
        <p:spPr>
          <a:xfrm>
            <a:off x="4080123" y="3429551"/>
            <a:ext cx="94459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400" dirty="0">
                <a:ea typeface="Calibri"/>
                <a:cs typeface="Calibri"/>
              </a:rPr>
              <a:t>Día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40836A8-4C02-E83F-32D7-1C345866CE42}"/>
              </a:ext>
            </a:extLst>
          </p:cNvPr>
          <p:cNvSpPr txBox="1"/>
          <p:nvPr/>
        </p:nvSpPr>
        <p:spPr>
          <a:xfrm>
            <a:off x="6347979" y="2921550"/>
            <a:ext cx="1207665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400" dirty="0">
                <a:ea typeface="Calibri"/>
                <a:cs typeface="Calibri"/>
              </a:rPr>
              <a:t>Región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3204392-2D35-8955-3F24-CB7C7B81033D}"/>
              </a:ext>
            </a:extLst>
          </p:cNvPr>
          <p:cNvSpPr txBox="1"/>
          <p:nvPr/>
        </p:nvSpPr>
        <p:spPr>
          <a:xfrm>
            <a:off x="5259408" y="3429550"/>
            <a:ext cx="94459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400" dirty="0">
                <a:ea typeface="Calibri"/>
                <a:cs typeface="Calibri"/>
              </a:rPr>
              <a:t>Mes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D76A2E7-1F12-1A7A-5399-12CD6F8D9465}"/>
              </a:ext>
            </a:extLst>
          </p:cNvPr>
          <p:cNvSpPr txBox="1"/>
          <p:nvPr/>
        </p:nvSpPr>
        <p:spPr>
          <a:xfrm>
            <a:off x="6347980" y="3429550"/>
            <a:ext cx="944594" cy="30777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s-ES" sz="1400" dirty="0">
                <a:ea typeface="Calibri"/>
                <a:cs typeface="Calibri"/>
              </a:rPr>
              <a:t>Año</a:t>
            </a:r>
          </a:p>
        </p:txBody>
      </p:sp>
    </p:spTree>
    <p:extLst>
      <p:ext uri="{BB962C8B-B14F-4D97-AF65-F5344CB8AC3E}">
        <p14:creationId xmlns:p14="http://schemas.microsoft.com/office/powerpoint/2010/main" val="108074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revision>126</cp:revision>
  <dcterms:created xsi:type="dcterms:W3CDTF">2013-01-27T09:14:16Z</dcterms:created>
  <dcterms:modified xsi:type="dcterms:W3CDTF">2025-11-12T06:18:21Z</dcterms:modified>
  <cp:category/>
</cp:coreProperties>
</file>